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wdp" ContentType="image/vnd.ms-photo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charts/chartEx1.xml" ContentType="application/vnd.ms-office.chartex+xml"/>
  <Override PartName="/ppt/charts/style1.xml" ContentType="application/vnd.ms-office.chartstyle+xml"/>
  <Override PartName="/ppt/charts/colors1.xml" ContentType="application/vnd.ms-office.chartcolorstyl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60" r:id="rId1"/>
  </p:sldMasterIdLst>
  <p:notesMasterIdLst>
    <p:notesMasterId r:id="rId13"/>
  </p:notesMasterIdLst>
  <p:sldIdLst>
    <p:sldId id="256" r:id="rId2"/>
    <p:sldId id="258" r:id="rId3"/>
    <p:sldId id="265" r:id="rId4"/>
    <p:sldId id="261" r:id="rId5"/>
    <p:sldId id="266" r:id="rId6"/>
    <p:sldId id="273" r:id="rId7"/>
    <p:sldId id="272" r:id="rId8"/>
    <p:sldId id="260" r:id="rId9"/>
    <p:sldId id="264" r:id="rId10"/>
    <p:sldId id="267" r:id="rId11"/>
    <p:sldId id="274" r:id="rId12"/>
  </p:sldIdLst>
  <p:sldSz cx="9144000" cy="5143500" type="screen16x9"/>
  <p:notesSz cx="6858000" cy="9144000"/>
  <p:embeddedFontLst>
    <p:embeddedFont>
      <p:font typeface="Bebas Neue" panose="020B0606020202050201" pitchFamily="34" charset="0"/>
      <p:regular r:id="rId14"/>
    </p:embeddedFont>
    <p:embeddedFont>
      <p:font typeface="Montserrat" panose="00000500000000000000" pitchFamily="2" charset="0"/>
      <p:regular r:id="rId15"/>
      <p:bold r:id="rId16"/>
      <p:italic r:id="rId17"/>
      <p:boldItalic r:id="rId18"/>
    </p:embeddedFont>
    <p:embeddedFont>
      <p:font typeface="Montserrat Black" panose="00000A00000000000000" pitchFamily="2" charset="0"/>
      <p:bold r:id="rId19"/>
      <p:boldItalic r:id="rId20"/>
    </p:embeddedFont>
    <p:embeddedFont>
      <p:font typeface="Montserrat Medium" panose="00000600000000000000" pitchFamily="2" charset="0"/>
      <p:regular r:id="rId21"/>
      <p:bold r:id="rId22"/>
      <p:italic r:id="rId23"/>
      <p:boldItalic r:id="rId24"/>
    </p:embeddedFont>
    <p:embeddedFont>
      <p:font typeface="Nunito Light" pitchFamily="2" charset="0"/>
      <p:regular r:id="rId25"/>
      <p:italic r:id="rId26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B868EA"/>
    <a:srgbClr val="4B2682"/>
    <a:srgbClr val="8959CF"/>
    <a:srgbClr val="DDB5F5"/>
    <a:srgbClr val="9B32E2"/>
    <a:srgbClr val="B465E9"/>
    <a:srgbClr val="27173A"/>
    <a:srgbClr val="CC98F0"/>
    <a:srgbClr val="7B60F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4CDACBFB-2300-4488-B464-44D6CCA20A45}">
  <a:tblStyle styleId="{4CDACBFB-2300-4488-B464-44D6CCA20A45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  <a:tblStyle styleId="{E250D51A-3698-4FF4-A1BA-8D66CF794351}" styleName="Table_1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170" autoAdjust="0"/>
  </p:normalViewPr>
  <p:slideViewPr>
    <p:cSldViewPr snapToGrid="0">
      <p:cViewPr>
        <p:scale>
          <a:sx n="96" d="100"/>
          <a:sy n="96" d="100"/>
        </p:scale>
        <p:origin x="192" y="235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18" Type="http://schemas.openxmlformats.org/officeDocument/2006/relationships/font" Target="fonts/font5.fntdata"/><Relationship Id="rId26" Type="http://schemas.openxmlformats.org/officeDocument/2006/relationships/font" Target="fonts/font13.fntdata"/><Relationship Id="rId3" Type="http://schemas.openxmlformats.org/officeDocument/2006/relationships/slide" Target="slides/slide2.xml"/><Relationship Id="rId21" Type="http://schemas.openxmlformats.org/officeDocument/2006/relationships/font" Target="fonts/font8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4.fntdata"/><Relationship Id="rId25" Type="http://schemas.openxmlformats.org/officeDocument/2006/relationships/font" Target="fonts/font12.fntdata"/><Relationship Id="rId2" Type="http://schemas.openxmlformats.org/officeDocument/2006/relationships/slide" Target="slides/slide1.xml"/><Relationship Id="rId16" Type="http://schemas.openxmlformats.org/officeDocument/2006/relationships/font" Target="fonts/font3.fntdata"/><Relationship Id="rId20" Type="http://schemas.openxmlformats.org/officeDocument/2006/relationships/font" Target="fonts/font7.fntdata"/><Relationship Id="rId29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11.fntdata"/><Relationship Id="rId5" Type="http://schemas.openxmlformats.org/officeDocument/2006/relationships/slide" Target="slides/slide4.xml"/><Relationship Id="rId15" Type="http://schemas.openxmlformats.org/officeDocument/2006/relationships/font" Target="fonts/font2.fntdata"/><Relationship Id="rId23" Type="http://schemas.openxmlformats.org/officeDocument/2006/relationships/font" Target="fonts/font10.fntdata"/><Relationship Id="rId28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font" Target="fonts/font6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1.fntdata"/><Relationship Id="rId22" Type="http://schemas.openxmlformats.org/officeDocument/2006/relationships/font" Target="fonts/font9.fntdata"/><Relationship Id="rId27" Type="http://schemas.openxmlformats.org/officeDocument/2006/relationships/presProps" Target="presProps.xml"/><Relationship Id="rId30" Type="http://schemas.openxmlformats.org/officeDocument/2006/relationships/tableStyles" Target="tableStyles.xml"/></Relationships>
</file>

<file path=ppt/charts/_rels/chartEx1.xml.rels><?xml version="1.0" encoding="UTF-8" standalone="yes"?>
<Relationships xmlns="http://schemas.openxmlformats.org/package/2006/relationships"><Relationship Id="rId3" Type="http://schemas.microsoft.com/office/2011/relationships/chartColorStyle" Target="colors1.xml"/><Relationship Id="rId2" Type="http://schemas.microsoft.com/office/2011/relationships/chartStyle" Target="style1.xml"/><Relationship Id="rId1" Type="http://schemas.openxmlformats.org/officeDocument/2006/relationships/package" Target="../embeddings/Microsoft_Excel_Worksheet.xlsx"/></Relationships>
</file>

<file path=ppt/charts/chartEx1.xml><?xml version="1.0" encoding="utf-8"?>
<cx:chartSpace xmlns:a="http://schemas.openxmlformats.org/drawingml/2006/main" xmlns:r="http://schemas.openxmlformats.org/officeDocument/2006/relationships" xmlns:cx="http://schemas.microsoft.com/office/drawing/2014/chartex">
  <cx:chartData>
    <cx:externalData r:id="rId1" cx:autoUpdate="0"/>
    <cx:data id="0">
      <cx:strDim type="cat">
        <cx:f>Foaie1!$A$2:$A$5</cx:f>
        <cx:lvl ptCount="4">
          <cx:pt idx="0">2026</cx:pt>
          <cx:pt idx="1">2027</cx:pt>
          <cx:pt idx="2">2028</cx:pt>
          <cx:pt idx="3"/>
        </cx:lvl>
      </cx:strDim>
      <cx:numDim type="val">
        <cx:f>Foaie1!$B$2:$B$5</cx:f>
        <cx:lvl ptCount="4" formatCode="#,##0">
          <cx:pt idx="0">30000</cx:pt>
          <cx:pt idx="1">50000</cx:pt>
          <cx:pt idx="2">90000</cx:pt>
        </cx:lvl>
      </cx:numDim>
    </cx:data>
    <cx:data id="1">
      <cx:strDim type="cat">
        <cx:f>Foaie1!$A$2:$A$5</cx:f>
        <cx:lvl ptCount="4">
          <cx:pt idx="0">2026</cx:pt>
          <cx:pt idx="1">2027</cx:pt>
          <cx:pt idx="2">2028</cx:pt>
          <cx:pt idx="3"/>
        </cx:lvl>
      </cx:strDim>
      <cx:numDim type="val">
        <cx:f>Foaie1!$C$2:$C$5</cx:f>
        <cx:lvl ptCount="4" formatCode="General">
          <cx:pt idx="0">2.3999999999999999</cx:pt>
          <cx:pt idx="1">4.4000000000000004</cx:pt>
          <cx:pt idx="2">1.8</cx:pt>
        </cx:lvl>
      </cx:numDim>
    </cx:data>
    <cx:data id="2">
      <cx:strDim type="cat">
        <cx:f>Foaie1!$A$2:$A$5</cx:f>
        <cx:lvl ptCount="4">
          <cx:pt idx="0">2026</cx:pt>
          <cx:pt idx="1">2027</cx:pt>
          <cx:pt idx="2">2028</cx:pt>
          <cx:pt idx="3"/>
        </cx:lvl>
      </cx:strDim>
      <cx:numDim type="val">
        <cx:f>Foaie1!$D$2:$D$5</cx:f>
        <cx:lvl ptCount="4" formatCode="General">
          <cx:pt idx="0">2</cx:pt>
          <cx:pt idx="1">2</cx:pt>
          <cx:pt idx="2">3</cx:pt>
        </cx:lvl>
      </cx:numDim>
    </cx:data>
  </cx:chartData>
  <cx:chart>
    <cx:plotArea>
      <cx:plotAreaRegion>
        <cx:series layoutId="waterfall" uniqueId="{B743B99A-A803-4BA9-A604-8C8EFBFB6907}" formatIdx="0">
          <cx:tx>
            <cx:txData>
              <cx:f>Foaie1!$B$1</cx:f>
              <cx:v>Coloană1</cx:v>
            </cx:txData>
          </cx:tx>
          <cx:dataLabels pos="outEnd">
            <cx:visibility seriesName="0" categoryName="0" value="1"/>
          </cx:dataLabels>
          <cx:dataId val="0"/>
          <cx:layoutPr>
            <cx:visibility connectorLines="0"/>
            <cx:subtotals/>
          </cx:layoutPr>
        </cx:series>
        <cx:series layoutId="waterfall" hidden="1" uniqueId="{D6817ED6-0525-4C86-8412-312A40E5F67F}" formatIdx="1">
          <cx:tx>
            <cx:txData>
              <cx:f>Foaie1!$C$1</cx:f>
              <cx:v>Coloană2</cx:v>
            </cx:txData>
          </cx:tx>
          <cx:dataLabels pos="outEnd">
            <cx:visibility seriesName="0" categoryName="0" value="1"/>
          </cx:dataLabels>
          <cx:dataId val="1"/>
          <cx:layoutPr>
            <cx:visibility connectorLines="0"/>
            <cx:subtotals/>
          </cx:layoutPr>
        </cx:series>
        <cx:series layoutId="waterfall" hidden="1" uniqueId="{B624FDD5-452E-4B5B-B1BA-A49EE2EF344F}" formatIdx="2">
          <cx:tx>
            <cx:txData>
              <cx:f>Foaie1!$D$1</cx:f>
              <cx:v>Coloană3</cx:v>
            </cx:txData>
          </cx:tx>
          <cx:dataLabels pos="outEnd">
            <cx:visibility seriesName="0" categoryName="0" value="1"/>
          </cx:dataLabels>
          <cx:dataId val="2"/>
          <cx:layoutPr>
            <cx:visibility connectorLines="0"/>
            <cx:subtotals/>
          </cx:layoutPr>
        </cx:series>
      </cx:plotAreaRegion>
      <cx:axis id="0">
        <cx:catScaling gapWidth="0.200000003"/>
        <cx:title>
          <cx:tx>
            <cx:txData>
              <cx:v/>
            </cx:txData>
          </cx:tx>
          <cx:txPr>
            <a:bodyPr spcFirstLastPara="1" vertOverflow="ellipsis" horzOverflow="overflow" wrap="square" lIns="0" tIns="0" rIns="0" bIns="0" anchor="ctr" anchorCtr="1"/>
            <a:lstStyle/>
            <a:p>
              <a:pPr algn="ctr" rtl="0">
                <a:defRPr/>
              </a:pPr>
              <a:endParaRPr lang="ro-RO" sz="1330" b="0" i="0" u="none" strike="noStrike" kern="1200" baseline="0" dirty="0">
                <a:solidFill>
                  <a:srgbClr val="FFFFFF">
                    <a:lumMod val="65000"/>
                    <a:lumOff val="35000"/>
                  </a:srgbClr>
                </a:solidFill>
                <a:latin typeface="Arial"/>
              </a:endParaRPr>
            </a:p>
          </cx:txPr>
        </cx:title>
        <cx:tickLabels/>
      </cx:axis>
      <cx:axis id="1">
        <cx:valScaling/>
        <cx:title>
          <cx:tx>
            <cx:rich>
              <a:bodyPr spcFirstLastPara="1" vertOverflow="ellipsis" horzOverflow="overflow" wrap="square" lIns="0" tIns="0" rIns="0" bIns="0" anchor="ctr" anchorCtr="1"/>
              <a:lstStyle/>
              <a:p>
                <a:pPr algn="ctr" rtl="0">
                  <a:defRPr/>
                </a:pPr>
                <a:r>
                  <a:rPr lang="en-US" sz="1330" b="0" i="0" u="none" strike="noStrike" kern="1200" baseline="0" dirty="0" err="1">
                    <a:solidFill>
                      <a:srgbClr val="FFFFFF">
                        <a:lumMod val="65000"/>
                        <a:lumOff val="35000"/>
                      </a:srgbClr>
                    </a:solidFill>
                    <a:latin typeface="Arial"/>
                  </a:rPr>
                  <a:t>Evolutie</a:t>
                </a:r>
                <a:r>
                  <a:rPr lang="en-US" sz="1330" b="0" i="0" u="none" strike="noStrike" kern="1200" baseline="0" dirty="0">
                    <a:solidFill>
                      <a:srgbClr val="FFFFFF">
                        <a:lumMod val="65000"/>
                        <a:lumOff val="35000"/>
                      </a:srgbClr>
                    </a:solidFill>
                    <a:latin typeface="Arial"/>
                  </a:rPr>
                  <a:t> </a:t>
                </a:r>
                <a:r>
                  <a:rPr lang="en-US" sz="1330" b="0" i="0" u="none" strike="noStrike" kern="1200" baseline="0" dirty="0" err="1">
                    <a:solidFill>
                      <a:srgbClr val="FFFFFF">
                        <a:lumMod val="65000"/>
                        <a:lumOff val="35000"/>
                      </a:srgbClr>
                    </a:solidFill>
                    <a:latin typeface="Arial"/>
                  </a:rPr>
                  <a:t>venituri</a:t>
                </a:r>
                <a:endParaRPr lang="ro-RO" sz="1330" b="0" i="0" u="none" strike="noStrike" kern="1200" baseline="0" dirty="0">
                  <a:solidFill>
                    <a:srgbClr val="FFFFFF">
                      <a:lumMod val="65000"/>
                      <a:lumOff val="35000"/>
                    </a:srgbClr>
                  </a:solidFill>
                  <a:latin typeface="Arial"/>
                </a:endParaRPr>
              </a:p>
            </cx:rich>
          </cx:tx>
        </cx:title>
        <cx:tickLabels/>
      </cx:axis>
    </cx:plotArea>
  </cx:chart>
</cx:chartSpace>
</file>

<file path=ppt/charts/colors1.xml><?xml version="1.0" encoding="utf-8"?>
<cs:colorStyle xmlns:cs="http://schemas.microsoft.com/office/drawing/2012/chartStyle" xmlns:a="http://schemas.openxmlformats.org/drawingml/2006/main" meth="withinLinear" id="15">
  <a:schemeClr val="accent2"/>
</cs:colorStyle>
</file>

<file path=ppt/charts/style1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3" name="Google Shape;433;g4dfce81f19_0_4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34" name="Google Shape;434;g4dfce81f19_0_4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2" name="Google Shape;552;g256e698cb0c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53" name="Google Shape;553;g256e698cb0c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3" name="Google Shape;743;g2579b1836ba_0_10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44" name="Google Shape;744;g2579b1836ba_0_10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9" name="Google Shape;609;g256e698cb0c_0_15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10" name="Google Shape;610;g256e698cb0c_0_15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2" name="Google Shape;822;g2579b1836ba_0_17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23" name="Google Shape;823;g2579b1836ba_0_17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6" name="Google Shape;986;g25bf42adc29_0_3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87" name="Google Shape;987;g25bf42adc29_0_3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9" name="Google Shape;979;g1e484a181ec_0_11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80" name="Google Shape;980;g1e484a181ec_0_11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4" name="Google Shape;594;g256e698cb0c_0_11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95" name="Google Shape;595;g256e698cb0c_0_11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5" name="Google Shape;725;g257312613cb_0_2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26" name="Google Shape;726;g257312613cb_0_2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1" name="Google Shape;881;g2579b1836ba_0_25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82" name="Google Shape;882;g2579b1836ba_0_25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Google Shape;9;p2"/>
          <p:cNvSpPr txBox="1">
            <a:spLocks noGrp="1"/>
          </p:cNvSpPr>
          <p:nvPr>
            <p:ph type="ctrTitle"/>
          </p:nvPr>
        </p:nvSpPr>
        <p:spPr>
          <a:xfrm flipH="1">
            <a:off x="1055100" y="1256688"/>
            <a:ext cx="7033800" cy="21930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9600"/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9pPr>
          </a:lstStyle>
          <a:p>
            <a:endParaRPr/>
          </a:p>
        </p:txBody>
      </p:sp>
      <p:sp>
        <p:nvSpPr>
          <p:cNvPr id="10" name="Google Shape;10;p2"/>
          <p:cNvSpPr txBox="1">
            <a:spLocks noGrp="1"/>
          </p:cNvSpPr>
          <p:nvPr>
            <p:ph type="subTitle" idx="1"/>
          </p:nvPr>
        </p:nvSpPr>
        <p:spPr>
          <a:xfrm flipH="1">
            <a:off x="2307600" y="3521113"/>
            <a:ext cx="4528800" cy="365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500">
                <a:solidFill>
                  <a:schemeClr val="dk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3"/>
          <p:cNvSpPr txBox="1">
            <a:spLocks noGrp="1"/>
          </p:cNvSpPr>
          <p:nvPr>
            <p:ph type="title"/>
          </p:nvPr>
        </p:nvSpPr>
        <p:spPr>
          <a:xfrm>
            <a:off x="720000" y="2384238"/>
            <a:ext cx="7351800" cy="841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600"/>
              <a:buNone/>
              <a:defRPr sz="43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13" name="Google Shape;13;p3"/>
          <p:cNvSpPr txBox="1">
            <a:spLocks noGrp="1"/>
          </p:cNvSpPr>
          <p:nvPr>
            <p:ph type="title" idx="2" hasCustomPrompt="1"/>
          </p:nvPr>
        </p:nvSpPr>
        <p:spPr>
          <a:xfrm>
            <a:off x="720000" y="1496250"/>
            <a:ext cx="1381800" cy="8418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7200"/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14" name="Google Shape;14;p3"/>
          <p:cNvSpPr txBox="1">
            <a:spLocks noGrp="1"/>
          </p:cNvSpPr>
          <p:nvPr>
            <p:ph type="subTitle" idx="1"/>
          </p:nvPr>
        </p:nvSpPr>
        <p:spPr>
          <a:xfrm>
            <a:off x="720000" y="3272250"/>
            <a:ext cx="5067600" cy="375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5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grpSp>
        <p:nvGrpSpPr>
          <p:cNvPr id="15" name="Google Shape;15;p3"/>
          <p:cNvGrpSpPr/>
          <p:nvPr/>
        </p:nvGrpSpPr>
        <p:grpSpPr>
          <a:xfrm>
            <a:off x="5175689" y="2774776"/>
            <a:ext cx="5036265" cy="4113315"/>
            <a:chOff x="4780389" y="2513201"/>
            <a:chExt cx="5036265" cy="4113315"/>
          </a:xfrm>
        </p:grpSpPr>
        <p:grpSp>
          <p:nvGrpSpPr>
            <p:cNvPr id="16" name="Google Shape;16;p3"/>
            <p:cNvGrpSpPr/>
            <p:nvPr/>
          </p:nvGrpSpPr>
          <p:grpSpPr>
            <a:xfrm>
              <a:off x="4780389" y="2513201"/>
              <a:ext cx="5036265" cy="4113315"/>
              <a:chOff x="4673664" y="2214101"/>
              <a:chExt cx="5036265" cy="4113315"/>
            </a:xfrm>
          </p:grpSpPr>
          <p:sp>
            <p:nvSpPr>
              <p:cNvPr id="17" name="Google Shape;17;p3"/>
              <p:cNvSpPr/>
              <p:nvPr/>
            </p:nvSpPr>
            <p:spPr>
              <a:xfrm rot="157512">
                <a:off x="9047033" y="4559649"/>
                <a:ext cx="57072" cy="57047"/>
              </a:xfrm>
              <a:custGeom>
                <a:avLst/>
                <a:gdLst/>
                <a:ahLst/>
                <a:cxnLst/>
                <a:rect l="l" t="t" r="r" b="b"/>
                <a:pathLst>
                  <a:path w="2283" h="2282" extrusionOk="0">
                    <a:moveTo>
                      <a:pt x="1141" y="1"/>
                    </a:moveTo>
                    <a:cubicBezTo>
                      <a:pt x="511" y="1"/>
                      <a:pt x="0" y="512"/>
                      <a:pt x="0" y="1142"/>
                    </a:cubicBezTo>
                    <a:cubicBezTo>
                      <a:pt x="0" y="1771"/>
                      <a:pt x="511" y="2282"/>
                      <a:pt x="1141" y="2282"/>
                    </a:cubicBezTo>
                    <a:cubicBezTo>
                      <a:pt x="1771" y="2282"/>
                      <a:pt x="2282" y="1771"/>
                      <a:pt x="2282" y="1142"/>
                    </a:cubicBezTo>
                    <a:cubicBezTo>
                      <a:pt x="2282" y="512"/>
                      <a:pt x="1771" y="1"/>
                      <a:pt x="1141" y="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grpSp>
            <p:nvGrpSpPr>
              <p:cNvPr id="18" name="Google Shape;18;p3"/>
              <p:cNvGrpSpPr/>
              <p:nvPr/>
            </p:nvGrpSpPr>
            <p:grpSpPr>
              <a:xfrm>
                <a:off x="4673664" y="2214101"/>
                <a:ext cx="5036265" cy="4113315"/>
                <a:chOff x="4673664" y="2214101"/>
                <a:chExt cx="5036265" cy="4113315"/>
              </a:xfrm>
            </p:grpSpPr>
            <p:grpSp>
              <p:nvGrpSpPr>
                <p:cNvPr id="19" name="Google Shape;19;p3"/>
                <p:cNvGrpSpPr/>
                <p:nvPr/>
              </p:nvGrpSpPr>
              <p:grpSpPr>
                <a:xfrm>
                  <a:off x="4673664" y="2214101"/>
                  <a:ext cx="5036265" cy="4113315"/>
                  <a:chOff x="3825164" y="427026"/>
                  <a:chExt cx="5036265" cy="4113315"/>
                </a:xfrm>
              </p:grpSpPr>
              <p:sp>
                <p:nvSpPr>
                  <p:cNvPr id="20" name="Google Shape;20;p3"/>
                  <p:cNvSpPr/>
                  <p:nvPr/>
                </p:nvSpPr>
                <p:spPr>
                  <a:xfrm rot="157512">
                    <a:off x="6915828" y="473247"/>
                    <a:ext cx="650167" cy="72108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08" h="28845" fill="none" extrusionOk="0">
                        <a:moveTo>
                          <a:pt x="26008" y="20744"/>
                        </a:moveTo>
                        <a:lnTo>
                          <a:pt x="24980" y="6321"/>
                        </a:lnTo>
                        <a:lnTo>
                          <a:pt x="11976" y="1"/>
                        </a:lnTo>
                        <a:lnTo>
                          <a:pt x="0" y="8102"/>
                        </a:lnTo>
                        <a:lnTo>
                          <a:pt x="1028" y="22524"/>
                        </a:lnTo>
                        <a:lnTo>
                          <a:pt x="14032" y="28845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21" name="Google Shape;21;p3"/>
                  <p:cNvSpPr/>
                  <p:nvPr/>
                </p:nvSpPr>
                <p:spPr>
                  <a:xfrm rot="157512">
                    <a:off x="7541687" y="457392"/>
                    <a:ext cx="650192" cy="72111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09" h="28846" fill="none" extrusionOk="0">
                        <a:moveTo>
                          <a:pt x="26009" y="20743"/>
                        </a:moveTo>
                        <a:lnTo>
                          <a:pt x="24981" y="6321"/>
                        </a:lnTo>
                        <a:lnTo>
                          <a:pt x="11976" y="1"/>
                        </a:lnTo>
                        <a:lnTo>
                          <a:pt x="1" y="8102"/>
                        </a:lnTo>
                        <a:lnTo>
                          <a:pt x="1029" y="22525"/>
                        </a:lnTo>
                        <a:lnTo>
                          <a:pt x="14033" y="28845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22" name="Google Shape;22;p3"/>
                  <p:cNvSpPr/>
                  <p:nvPr/>
                </p:nvSpPr>
                <p:spPr>
                  <a:xfrm rot="157512">
                    <a:off x="8167572" y="441537"/>
                    <a:ext cx="650192" cy="72108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09" h="28845" fill="none" extrusionOk="0">
                        <a:moveTo>
                          <a:pt x="26008" y="20743"/>
                        </a:moveTo>
                        <a:lnTo>
                          <a:pt x="24980" y="6321"/>
                        </a:lnTo>
                        <a:lnTo>
                          <a:pt x="11976" y="0"/>
                        </a:lnTo>
                        <a:lnTo>
                          <a:pt x="1" y="8102"/>
                        </a:lnTo>
                        <a:lnTo>
                          <a:pt x="1029" y="22524"/>
                        </a:lnTo>
                        <a:lnTo>
                          <a:pt x="14033" y="28845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23" name="Google Shape;23;p3"/>
                  <p:cNvSpPr/>
                  <p:nvPr/>
                </p:nvSpPr>
                <p:spPr>
                  <a:xfrm rot="157512">
                    <a:off x="7242491" y="1007356"/>
                    <a:ext cx="650192" cy="72108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09" h="28845" fill="none" extrusionOk="0">
                        <a:moveTo>
                          <a:pt x="26008" y="20743"/>
                        </a:moveTo>
                        <a:lnTo>
                          <a:pt x="24980" y="6321"/>
                        </a:lnTo>
                        <a:lnTo>
                          <a:pt x="11976" y="1"/>
                        </a:lnTo>
                        <a:lnTo>
                          <a:pt x="0" y="8102"/>
                        </a:lnTo>
                        <a:lnTo>
                          <a:pt x="1028" y="22525"/>
                        </a:lnTo>
                        <a:lnTo>
                          <a:pt x="14033" y="28844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24" name="Google Shape;24;p3"/>
                  <p:cNvSpPr/>
                  <p:nvPr/>
                </p:nvSpPr>
                <p:spPr>
                  <a:xfrm rot="157512">
                    <a:off x="7868375" y="991501"/>
                    <a:ext cx="650167" cy="72108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08" h="28845" fill="none" extrusionOk="0">
                        <a:moveTo>
                          <a:pt x="26008" y="20743"/>
                        </a:moveTo>
                        <a:lnTo>
                          <a:pt x="24980" y="6321"/>
                        </a:lnTo>
                        <a:lnTo>
                          <a:pt x="11976" y="0"/>
                        </a:lnTo>
                        <a:lnTo>
                          <a:pt x="0" y="8102"/>
                        </a:lnTo>
                        <a:lnTo>
                          <a:pt x="1028" y="22524"/>
                        </a:lnTo>
                        <a:lnTo>
                          <a:pt x="14032" y="28845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25" name="Google Shape;25;p3"/>
                  <p:cNvSpPr/>
                  <p:nvPr/>
                </p:nvSpPr>
                <p:spPr>
                  <a:xfrm rot="157512">
                    <a:off x="6943294" y="1557320"/>
                    <a:ext cx="650167" cy="72108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08" h="28845" fill="none" extrusionOk="0">
                        <a:moveTo>
                          <a:pt x="26008" y="20743"/>
                        </a:moveTo>
                        <a:lnTo>
                          <a:pt x="24980" y="6320"/>
                        </a:lnTo>
                        <a:lnTo>
                          <a:pt x="11975" y="1"/>
                        </a:lnTo>
                        <a:lnTo>
                          <a:pt x="0" y="8102"/>
                        </a:lnTo>
                        <a:lnTo>
                          <a:pt x="1028" y="22524"/>
                        </a:lnTo>
                        <a:lnTo>
                          <a:pt x="14032" y="28844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26" name="Google Shape;26;p3"/>
                  <p:cNvSpPr/>
                  <p:nvPr/>
                </p:nvSpPr>
                <p:spPr>
                  <a:xfrm rot="157512">
                    <a:off x="7569154" y="1541466"/>
                    <a:ext cx="650217" cy="72106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10" h="28844" fill="none" extrusionOk="0">
                        <a:moveTo>
                          <a:pt x="26009" y="20743"/>
                        </a:moveTo>
                        <a:lnTo>
                          <a:pt x="24980" y="6321"/>
                        </a:lnTo>
                        <a:lnTo>
                          <a:pt x="11976" y="0"/>
                        </a:lnTo>
                        <a:lnTo>
                          <a:pt x="1" y="8101"/>
                        </a:lnTo>
                        <a:lnTo>
                          <a:pt x="1029" y="22524"/>
                        </a:lnTo>
                        <a:lnTo>
                          <a:pt x="14033" y="28844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27" name="Google Shape;27;p3"/>
                  <p:cNvSpPr/>
                  <p:nvPr/>
                </p:nvSpPr>
                <p:spPr>
                  <a:xfrm rot="157512">
                    <a:off x="8195039" y="1525586"/>
                    <a:ext cx="650217" cy="72111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10" h="28846" fill="none" extrusionOk="0">
                        <a:moveTo>
                          <a:pt x="26009" y="20743"/>
                        </a:moveTo>
                        <a:lnTo>
                          <a:pt x="24980" y="6322"/>
                        </a:lnTo>
                        <a:lnTo>
                          <a:pt x="11976" y="1"/>
                        </a:lnTo>
                        <a:lnTo>
                          <a:pt x="0" y="8103"/>
                        </a:lnTo>
                        <a:lnTo>
                          <a:pt x="1029" y="22525"/>
                        </a:lnTo>
                        <a:lnTo>
                          <a:pt x="14033" y="28846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28" name="Google Shape;28;p3"/>
                  <p:cNvSpPr/>
                  <p:nvPr/>
                </p:nvSpPr>
                <p:spPr>
                  <a:xfrm rot="157512">
                    <a:off x="4140535" y="2170703"/>
                    <a:ext cx="650217" cy="72108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10" h="28845" fill="none" extrusionOk="0">
                        <a:moveTo>
                          <a:pt x="26009" y="20743"/>
                        </a:moveTo>
                        <a:lnTo>
                          <a:pt x="24980" y="6321"/>
                        </a:lnTo>
                        <a:lnTo>
                          <a:pt x="11977" y="0"/>
                        </a:lnTo>
                        <a:lnTo>
                          <a:pt x="1" y="8102"/>
                        </a:lnTo>
                        <a:lnTo>
                          <a:pt x="1028" y="22524"/>
                        </a:lnTo>
                        <a:lnTo>
                          <a:pt x="14033" y="28845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29" name="Google Shape;29;p3"/>
                  <p:cNvSpPr/>
                  <p:nvPr/>
                </p:nvSpPr>
                <p:spPr>
                  <a:xfrm rot="157512">
                    <a:off x="4766419" y="2154848"/>
                    <a:ext cx="650192" cy="72108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09" h="28845" fill="none" extrusionOk="0">
                        <a:moveTo>
                          <a:pt x="26009" y="20743"/>
                        </a:moveTo>
                        <a:lnTo>
                          <a:pt x="24980" y="6321"/>
                        </a:lnTo>
                        <a:lnTo>
                          <a:pt x="11977" y="1"/>
                        </a:lnTo>
                        <a:lnTo>
                          <a:pt x="0" y="8102"/>
                        </a:lnTo>
                        <a:lnTo>
                          <a:pt x="1029" y="22524"/>
                        </a:lnTo>
                        <a:lnTo>
                          <a:pt x="14034" y="28845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30" name="Google Shape;30;p3"/>
                  <p:cNvSpPr/>
                  <p:nvPr/>
                </p:nvSpPr>
                <p:spPr>
                  <a:xfrm rot="157512">
                    <a:off x="5392303" y="2138993"/>
                    <a:ext cx="650192" cy="72108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09" h="28845" fill="none" extrusionOk="0">
                        <a:moveTo>
                          <a:pt x="26009" y="20743"/>
                        </a:moveTo>
                        <a:lnTo>
                          <a:pt x="24981" y="6321"/>
                        </a:lnTo>
                        <a:lnTo>
                          <a:pt x="11976" y="0"/>
                        </a:lnTo>
                        <a:lnTo>
                          <a:pt x="0" y="8102"/>
                        </a:lnTo>
                        <a:lnTo>
                          <a:pt x="1029" y="22524"/>
                        </a:lnTo>
                        <a:lnTo>
                          <a:pt x="14033" y="28844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31" name="Google Shape;31;p3"/>
                  <p:cNvSpPr/>
                  <p:nvPr/>
                </p:nvSpPr>
                <p:spPr>
                  <a:xfrm rot="157512">
                    <a:off x="6018188" y="2123139"/>
                    <a:ext cx="650192" cy="72108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09" h="28845" fill="none" extrusionOk="0">
                        <a:moveTo>
                          <a:pt x="26008" y="20743"/>
                        </a:moveTo>
                        <a:lnTo>
                          <a:pt x="24981" y="6321"/>
                        </a:lnTo>
                        <a:lnTo>
                          <a:pt x="11976" y="0"/>
                        </a:lnTo>
                        <a:lnTo>
                          <a:pt x="1" y="8102"/>
                        </a:lnTo>
                        <a:lnTo>
                          <a:pt x="1029" y="22524"/>
                        </a:lnTo>
                        <a:lnTo>
                          <a:pt x="14033" y="28845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32" name="Google Shape;32;p3"/>
                  <p:cNvSpPr/>
                  <p:nvPr/>
                </p:nvSpPr>
                <p:spPr>
                  <a:xfrm rot="157512">
                    <a:off x="6644073" y="2107259"/>
                    <a:ext cx="650192" cy="72111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09" h="28846" fill="none" extrusionOk="0">
                        <a:moveTo>
                          <a:pt x="26008" y="20743"/>
                        </a:moveTo>
                        <a:lnTo>
                          <a:pt x="24980" y="6321"/>
                        </a:lnTo>
                        <a:lnTo>
                          <a:pt x="11976" y="1"/>
                        </a:lnTo>
                        <a:lnTo>
                          <a:pt x="1" y="8103"/>
                        </a:lnTo>
                        <a:lnTo>
                          <a:pt x="1028" y="22525"/>
                        </a:lnTo>
                        <a:lnTo>
                          <a:pt x="14033" y="28845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33" name="Google Shape;33;p3"/>
                  <p:cNvSpPr/>
                  <p:nvPr/>
                </p:nvSpPr>
                <p:spPr>
                  <a:xfrm rot="157512">
                    <a:off x="7269957" y="2091430"/>
                    <a:ext cx="650192" cy="72106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09" h="28844" fill="none" extrusionOk="0">
                        <a:moveTo>
                          <a:pt x="26009" y="20743"/>
                        </a:moveTo>
                        <a:lnTo>
                          <a:pt x="24980" y="6320"/>
                        </a:lnTo>
                        <a:lnTo>
                          <a:pt x="11976" y="0"/>
                        </a:lnTo>
                        <a:lnTo>
                          <a:pt x="0" y="8101"/>
                        </a:lnTo>
                        <a:lnTo>
                          <a:pt x="1028" y="22523"/>
                        </a:lnTo>
                        <a:lnTo>
                          <a:pt x="14033" y="28844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34" name="Google Shape;34;p3"/>
                  <p:cNvSpPr/>
                  <p:nvPr/>
                </p:nvSpPr>
                <p:spPr>
                  <a:xfrm rot="157512">
                    <a:off x="7895842" y="2075550"/>
                    <a:ext cx="650192" cy="72108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09" h="28845" fill="none" extrusionOk="0">
                        <a:moveTo>
                          <a:pt x="26009" y="20743"/>
                        </a:moveTo>
                        <a:lnTo>
                          <a:pt x="24980" y="6322"/>
                        </a:lnTo>
                        <a:lnTo>
                          <a:pt x="11976" y="1"/>
                        </a:lnTo>
                        <a:lnTo>
                          <a:pt x="0" y="8102"/>
                        </a:lnTo>
                        <a:lnTo>
                          <a:pt x="1029" y="22525"/>
                        </a:lnTo>
                        <a:lnTo>
                          <a:pt x="14032" y="28845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35" name="Google Shape;35;p3"/>
                  <p:cNvSpPr/>
                  <p:nvPr/>
                </p:nvSpPr>
                <p:spPr>
                  <a:xfrm rot="157512">
                    <a:off x="3841337" y="2720667"/>
                    <a:ext cx="650192" cy="72111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09" h="28846" fill="none" extrusionOk="0">
                        <a:moveTo>
                          <a:pt x="26009" y="20743"/>
                        </a:moveTo>
                        <a:lnTo>
                          <a:pt x="24980" y="6321"/>
                        </a:lnTo>
                        <a:lnTo>
                          <a:pt x="11975" y="0"/>
                        </a:lnTo>
                        <a:lnTo>
                          <a:pt x="0" y="8102"/>
                        </a:lnTo>
                        <a:lnTo>
                          <a:pt x="1029" y="22524"/>
                        </a:lnTo>
                        <a:lnTo>
                          <a:pt x="14032" y="28845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36" name="Google Shape;36;p3"/>
                  <p:cNvSpPr/>
                  <p:nvPr/>
                </p:nvSpPr>
                <p:spPr>
                  <a:xfrm rot="157512">
                    <a:off x="4467198" y="2704787"/>
                    <a:ext cx="650217" cy="72111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10" h="28846" fill="none" extrusionOk="0">
                        <a:moveTo>
                          <a:pt x="26010" y="20743"/>
                        </a:moveTo>
                        <a:lnTo>
                          <a:pt x="24982" y="6322"/>
                        </a:lnTo>
                        <a:lnTo>
                          <a:pt x="11977" y="1"/>
                        </a:lnTo>
                        <a:lnTo>
                          <a:pt x="1" y="8103"/>
                        </a:lnTo>
                        <a:lnTo>
                          <a:pt x="1030" y="22525"/>
                        </a:lnTo>
                        <a:lnTo>
                          <a:pt x="14033" y="28846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37" name="Google Shape;37;p3"/>
                  <p:cNvSpPr/>
                  <p:nvPr/>
                </p:nvSpPr>
                <p:spPr>
                  <a:xfrm rot="157512">
                    <a:off x="5093107" y="2688958"/>
                    <a:ext cx="650192" cy="72108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09" h="28845" fill="none" extrusionOk="0">
                        <a:moveTo>
                          <a:pt x="26008" y="20743"/>
                        </a:moveTo>
                        <a:lnTo>
                          <a:pt x="24980" y="6320"/>
                        </a:lnTo>
                        <a:lnTo>
                          <a:pt x="11976" y="0"/>
                        </a:lnTo>
                        <a:lnTo>
                          <a:pt x="1" y="8102"/>
                        </a:lnTo>
                        <a:lnTo>
                          <a:pt x="1029" y="22523"/>
                        </a:lnTo>
                        <a:lnTo>
                          <a:pt x="14033" y="28844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38" name="Google Shape;38;p3"/>
                  <p:cNvSpPr/>
                  <p:nvPr/>
                </p:nvSpPr>
                <p:spPr>
                  <a:xfrm rot="157512">
                    <a:off x="5718992" y="2673103"/>
                    <a:ext cx="650192" cy="72106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09" h="28844" fill="none" extrusionOk="0">
                        <a:moveTo>
                          <a:pt x="26008" y="20743"/>
                        </a:moveTo>
                        <a:lnTo>
                          <a:pt x="24980" y="6321"/>
                        </a:lnTo>
                        <a:lnTo>
                          <a:pt x="11976" y="0"/>
                        </a:lnTo>
                        <a:lnTo>
                          <a:pt x="0" y="8101"/>
                        </a:lnTo>
                        <a:lnTo>
                          <a:pt x="1028" y="22524"/>
                        </a:lnTo>
                        <a:lnTo>
                          <a:pt x="14033" y="28844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39" name="Google Shape;39;p3"/>
                  <p:cNvSpPr/>
                  <p:nvPr/>
                </p:nvSpPr>
                <p:spPr>
                  <a:xfrm rot="157512">
                    <a:off x="6344876" y="2657223"/>
                    <a:ext cx="650167" cy="72111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08" h="28846" fill="none" extrusionOk="0">
                        <a:moveTo>
                          <a:pt x="26008" y="20743"/>
                        </a:moveTo>
                        <a:lnTo>
                          <a:pt x="24980" y="6321"/>
                        </a:lnTo>
                        <a:lnTo>
                          <a:pt x="11975" y="1"/>
                        </a:lnTo>
                        <a:lnTo>
                          <a:pt x="0" y="8103"/>
                        </a:lnTo>
                        <a:lnTo>
                          <a:pt x="1028" y="22525"/>
                        </a:lnTo>
                        <a:lnTo>
                          <a:pt x="14032" y="28845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40" name="Google Shape;40;p3"/>
                  <p:cNvSpPr/>
                  <p:nvPr/>
                </p:nvSpPr>
                <p:spPr>
                  <a:xfrm rot="157512">
                    <a:off x="6970736" y="2641369"/>
                    <a:ext cx="650217" cy="72111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10" h="28846" fill="none" extrusionOk="0">
                        <a:moveTo>
                          <a:pt x="26010" y="20743"/>
                        </a:moveTo>
                        <a:lnTo>
                          <a:pt x="24981" y="6321"/>
                        </a:lnTo>
                        <a:lnTo>
                          <a:pt x="11976" y="0"/>
                        </a:lnTo>
                        <a:lnTo>
                          <a:pt x="1" y="8102"/>
                        </a:lnTo>
                        <a:lnTo>
                          <a:pt x="1029" y="22524"/>
                        </a:lnTo>
                        <a:lnTo>
                          <a:pt x="14033" y="28845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41" name="Google Shape;41;p3"/>
                  <p:cNvSpPr/>
                  <p:nvPr/>
                </p:nvSpPr>
                <p:spPr>
                  <a:xfrm rot="157512">
                    <a:off x="4168001" y="3254751"/>
                    <a:ext cx="650217" cy="72111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10" h="28846" fill="none" extrusionOk="0">
                        <a:moveTo>
                          <a:pt x="26009" y="20744"/>
                        </a:moveTo>
                        <a:lnTo>
                          <a:pt x="24980" y="6322"/>
                        </a:lnTo>
                        <a:lnTo>
                          <a:pt x="11977" y="1"/>
                        </a:lnTo>
                        <a:lnTo>
                          <a:pt x="0" y="8103"/>
                        </a:lnTo>
                        <a:lnTo>
                          <a:pt x="1029" y="22525"/>
                        </a:lnTo>
                        <a:lnTo>
                          <a:pt x="14034" y="28846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42" name="Google Shape;42;p3"/>
                  <p:cNvSpPr/>
                  <p:nvPr/>
                </p:nvSpPr>
                <p:spPr>
                  <a:xfrm rot="157512">
                    <a:off x="4793885" y="3238896"/>
                    <a:ext cx="650192" cy="72111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09" h="28846" fill="none" extrusionOk="0">
                        <a:moveTo>
                          <a:pt x="26009" y="20743"/>
                        </a:moveTo>
                        <a:lnTo>
                          <a:pt x="24981" y="6321"/>
                        </a:lnTo>
                        <a:lnTo>
                          <a:pt x="11977" y="0"/>
                        </a:lnTo>
                        <a:lnTo>
                          <a:pt x="0" y="8103"/>
                        </a:lnTo>
                        <a:lnTo>
                          <a:pt x="1029" y="22525"/>
                        </a:lnTo>
                        <a:lnTo>
                          <a:pt x="14033" y="28845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43" name="Google Shape;43;p3"/>
                  <p:cNvSpPr/>
                  <p:nvPr/>
                </p:nvSpPr>
                <p:spPr>
                  <a:xfrm rot="157512">
                    <a:off x="5419770" y="3223067"/>
                    <a:ext cx="650192" cy="72106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09" h="28844" fill="none" extrusionOk="0">
                        <a:moveTo>
                          <a:pt x="26009" y="20743"/>
                        </a:moveTo>
                        <a:lnTo>
                          <a:pt x="24981" y="6320"/>
                        </a:lnTo>
                        <a:lnTo>
                          <a:pt x="11976" y="0"/>
                        </a:lnTo>
                        <a:lnTo>
                          <a:pt x="1" y="8101"/>
                        </a:lnTo>
                        <a:lnTo>
                          <a:pt x="1029" y="22523"/>
                        </a:lnTo>
                        <a:lnTo>
                          <a:pt x="14033" y="28844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44" name="Google Shape;44;p3"/>
                  <p:cNvSpPr/>
                  <p:nvPr/>
                </p:nvSpPr>
                <p:spPr>
                  <a:xfrm rot="157512">
                    <a:off x="6045654" y="3207187"/>
                    <a:ext cx="650192" cy="72111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09" h="28846" fill="none" extrusionOk="0">
                        <a:moveTo>
                          <a:pt x="26008" y="20743"/>
                        </a:moveTo>
                        <a:lnTo>
                          <a:pt x="24980" y="6321"/>
                        </a:lnTo>
                        <a:lnTo>
                          <a:pt x="11976" y="1"/>
                        </a:lnTo>
                        <a:lnTo>
                          <a:pt x="1" y="8102"/>
                        </a:lnTo>
                        <a:lnTo>
                          <a:pt x="1029" y="22525"/>
                        </a:lnTo>
                        <a:lnTo>
                          <a:pt x="14033" y="28845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45" name="Google Shape;45;p3"/>
                  <p:cNvSpPr/>
                  <p:nvPr/>
                </p:nvSpPr>
                <p:spPr>
                  <a:xfrm rot="157512">
                    <a:off x="3868779" y="3804714"/>
                    <a:ext cx="650217" cy="72111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10" h="28846" fill="none" extrusionOk="0">
                        <a:moveTo>
                          <a:pt x="26010" y="20744"/>
                        </a:moveTo>
                        <a:lnTo>
                          <a:pt x="24982" y="6322"/>
                        </a:lnTo>
                        <a:lnTo>
                          <a:pt x="11977" y="1"/>
                        </a:lnTo>
                        <a:lnTo>
                          <a:pt x="1" y="8102"/>
                        </a:lnTo>
                        <a:lnTo>
                          <a:pt x="1030" y="22525"/>
                        </a:lnTo>
                        <a:lnTo>
                          <a:pt x="14034" y="28846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46" name="Google Shape;46;p3"/>
                  <p:cNvSpPr/>
                  <p:nvPr/>
                </p:nvSpPr>
                <p:spPr>
                  <a:xfrm rot="157512">
                    <a:off x="4494689" y="3788860"/>
                    <a:ext cx="650192" cy="72111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09" h="28846" fill="none" extrusionOk="0">
                        <a:moveTo>
                          <a:pt x="26008" y="20743"/>
                        </a:moveTo>
                        <a:lnTo>
                          <a:pt x="24980" y="6321"/>
                        </a:lnTo>
                        <a:lnTo>
                          <a:pt x="11976" y="1"/>
                        </a:lnTo>
                        <a:lnTo>
                          <a:pt x="1" y="8103"/>
                        </a:lnTo>
                        <a:lnTo>
                          <a:pt x="1029" y="22525"/>
                        </a:lnTo>
                        <a:lnTo>
                          <a:pt x="14033" y="28845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47" name="Google Shape;47;p3"/>
                  <p:cNvSpPr/>
                  <p:nvPr/>
                </p:nvSpPr>
                <p:spPr>
                  <a:xfrm rot="157512">
                    <a:off x="5120574" y="3773006"/>
                    <a:ext cx="650192" cy="72108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09" h="28845" fill="none" extrusionOk="0">
                        <a:moveTo>
                          <a:pt x="26008" y="20744"/>
                        </a:moveTo>
                        <a:lnTo>
                          <a:pt x="24980" y="6321"/>
                        </a:lnTo>
                        <a:lnTo>
                          <a:pt x="11976" y="0"/>
                        </a:lnTo>
                        <a:lnTo>
                          <a:pt x="0" y="8102"/>
                        </a:lnTo>
                        <a:lnTo>
                          <a:pt x="1028" y="22524"/>
                        </a:lnTo>
                        <a:lnTo>
                          <a:pt x="14033" y="28845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</p:grpSp>
            <p:sp>
              <p:nvSpPr>
                <p:cNvPr id="48" name="Google Shape;48;p3"/>
                <p:cNvSpPr/>
                <p:nvPr/>
              </p:nvSpPr>
              <p:spPr>
                <a:xfrm rot="157512">
                  <a:off x="6228998" y="4446717"/>
                  <a:ext cx="57072" cy="5704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283" h="2282" extrusionOk="0">
                      <a:moveTo>
                        <a:pt x="1142" y="0"/>
                      </a:moveTo>
                      <a:cubicBezTo>
                        <a:pt x="512" y="0"/>
                        <a:pt x="1" y="511"/>
                        <a:pt x="1" y="1141"/>
                      </a:cubicBezTo>
                      <a:cubicBezTo>
                        <a:pt x="1" y="1771"/>
                        <a:pt x="512" y="2281"/>
                        <a:pt x="1142" y="2281"/>
                      </a:cubicBezTo>
                      <a:cubicBezTo>
                        <a:pt x="1772" y="2281"/>
                        <a:pt x="2283" y="1772"/>
                        <a:pt x="2283" y="1141"/>
                      </a:cubicBezTo>
                      <a:cubicBezTo>
                        <a:pt x="2283" y="511"/>
                        <a:pt x="1772" y="0"/>
                        <a:pt x="1142" y="0"/>
                      </a:cubicBez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9" name="Google Shape;49;p3"/>
                <p:cNvSpPr/>
                <p:nvPr/>
              </p:nvSpPr>
              <p:spPr>
                <a:xfrm rot="157512">
                  <a:off x="9351770" y="4005108"/>
                  <a:ext cx="57047" cy="5707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282" h="2283" extrusionOk="0">
                      <a:moveTo>
                        <a:pt x="1141" y="0"/>
                      </a:moveTo>
                      <a:cubicBezTo>
                        <a:pt x="511" y="0"/>
                        <a:pt x="0" y="511"/>
                        <a:pt x="0" y="1141"/>
                      </a:cubicBezTo>
                      <a:cubicBezTo>
                        <a:pt x="0" y="1772"/>
                        <a:pt x="511" y="2282"/>
                        <a:pt x="1141" y="2282"/>
                      </a:cubicBezTo>
                      <a:cubicBezTo>
                        <a:pt x="1771" y="2282"/>
                        <a:pt x="2281" y="1772"/>
                        <a:pt x="2281" y="1141"/>
                      </a:cubicBezTo>
                      <a:cubicBezTo>
                        <a:pt x="2281" y="511"/>
                        <a:pt x="1771" y="0"/>
                        <a:pt x="1141" y="0"/>
                      </a:cubicBez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50" name="Google Shape;50;p3"/>
                <p:cNvSpPr/>
                <p:nvPr/>
              </p:nvSpPr>
              <p:spPr>
                <a:xfrm rot="157512">
                  <a:off x="8403706" y="3847890"/>
                  <a:ext cx="57072" cy="5704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283" h="2282" extrusionOk="0">
                      <a:moveTo>
                        <a:pt x="1141" y="1"/>
                      </a:moveTo>
                      <a:cubicBezTo>
                        <a:pt x="511" y="1"/>
                        <a:pt x="0" y="511"/>
                        <a:pt x="0" y="1141"/>
                      </a:cubicBezTo>
                      <a:cubicBezTo>
                        <a:pt x="0" y="1771"/>
                        <a:pt x="511" y="2282"/>
                        <a:pt x="1141" y="2282"/>
                      </a:cubicBezTo>
                      <a:cubicBezTo>
                        <a:pt x="1771" y="2282"/>
                        <a:pt x="2282" y="1771"/>
                        <a:pt x="2282" y="1141"/>
                      </a:cubicBezTo>
                      <a:cubicBezTo>
                        <a:pt x="2282" y="511"/>
                        <a:pt x="1771" y="1"/>
                        <a:pt x="1141" y="1"/>
                      </a:cubicBez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51" name="Google Shape;51;p3"/>
                <p:cNvSpPr/>
                <p:nvPr/>
              </p:nvSpPr>
              <p:spPr>
                <a:xfrm rot="157512">
                  <a:off x="8124633" y="5115580"/>
                  <a:ext cx="57047" cy="5704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282" h="2282" extrusionOk="0">
                      <a:moveTo>
                        <a:pt x="1140" y="0"/>
                      </a:moveTo>
                      <a:cubicBezTo>
                        <a:pt x="511" y="0"/>
                        <a:pt x="0" y="511"/>
                        <a:pt x="0" y="1141"/>
                      </a:cubicBezTo>
                      <a:cubicBezTo>
                        <a:pt x="0" y="1771"/>
                        <a:pt x="510" y="2281"/>
                        <a:pt x="1140" y="2281"/>
                      </a:cubicBezTo>
                      <a:cubicBezTo>
                        <a:pt x="1771" y="2281"/>
                        <a:pt x="2281" y="1771"/>
                        <a:pt x="2281" y="1141"/>
                      </a:cubicBezTo>
                      <a:cubicBezTo>
                        <a:pt x="2281" y="511"/>
                        <a:pt x="1771" y="0"/>
                        <a:pt x="1140" y="0"/>
                      </a:cubicBez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52" name="Google Shape;52;p3"/>
                <p:cNvSpPr/>
                <p:nvPr/>
              </p:nvSpPr>
              <p:spPr>
                <a:xfrm rot="157512">
                  <a:off x="6574005" y="5703526"/>
                  <a:ext cx="57072" cy="5704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283" h="2282" extrusionOk="0">
                      <a:moveTo>
                        <a:pt x="1141" y="1"/>
                      </a:moveTo>
                      <a:cubicBezTo>
                        <a:pt x="511" y="1"/>
                        <a:pt x="0" y="511"/>
                        <a:pt x="0" y="1141"/>
                      </a:cubicBezTo>
                      <a:cubicBezTo>
                        <a:pt x="0" y="1771"/>
                        <a:pt x="511" y="2282"/>
                        <a:pt x="1141" y="2282"/>
                      </a:cubicBezTo>
                      <a:cubicBezTo>
                        <a:pt x="1771" y="2282"/>
                        <a:pt x="2282" y="1771"/>
                        <a:pt x="2282" y="1141"/>
                      </a:cubicBezTo>
                      <a:cubicBezTo>
                        <a:pt x="2282" y="511"/>
                        <a:pt x="1771" y="1"/>
                        <a:pt x="1141" y="1"/>
                      </a:cubicBez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53" name="Google Shape;53;p3"/>
                <p:cNvSpPr/>
                <p:nvPr/>
              </p:nvSpPr>
              <p:spPr>
                <a:xfrm rot="157512">
                  <a:off x="5957267" y="6080755"/>
                  <a:ext cx="57072" cy="5704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283" h="2282" extrusionOk="0">
                      <a:moveTo>
                        <a:pt x="1141" y="0"/>
                      </a:moveTo>
                      <a:cubicBezTo>
                        <a:pt x="511" y="0"/>
                        <a:pt x="0" y="510"/>
                        <a:pt x="0" y="1140"/>
                      </a:cubicBezTo>
                      <a:cubicBezTo>
                        <a:pt x="0" y="1770"/>
                        <a:pt x="511" y="2281"/>
                        <a:pt x="1141" y="2281"/>
                      </a:cubicBezTo>
                      <a:cubicBezTo>
                        <a:pt x="1771" y="2281"/>
                        <a:pt x="2282" y="1770"/>
                        <a:pt x="2282" y="1140"/>
                      </a:cubicBezTo>
                      <a:cubicBezTo>
                        <a:pt x="2282" y="510"/>
                        <a:pt x="1771" y="0"/>
                        <a:pt x="1141" y="0"/>
                      </a:cubicBez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54" name="Google Shape;54;p3"/>
                <p:cNvSpPr/>
                <p:nvPr/>
              </p:nvSpPr>
              <p:spPr>
                <a:xfrm rot="157512">
                  <a:off x="5929801" y="4996682"/>
                  <a:ext cx="57072" cy="5704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283" h="2282" extrusionOk="0">
                      <a:moveTo>
                        <a:pt x="1142" y="0"/>
                      </a:moveTo>
                      <a:cubicBezTo>
                        <a:pt x="511" y="0"/>
                        <a:pt x="1" y="510"/>
                        <a:pt x="1" y="1140"/>
                      </a:cubicBezTo>
                      <a:cubicBezTo>
                        <a:pt x="1" y="1771"/>
                        <a:pt x="511" y="2281"/>
                        <a:pt x="1142" y="2281"/>
                      </a:cubicBezTo>
                      <a:cubicBezTo>
                        <a:pt x="1772" y="2281"/>
                        <a:pt x="2283" y="1771"/>
                        <a:pt x="2283" y="1140"/>
                      </a:cubicBezTo>
                      <a:cubicBezTo>
                        <a:pt x="2283" y="510"/>
                        <a:pt x="1772" y="0"/>
                        <a:pt x="1142" y="0"/>
                      </a:cubicBez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55" name="Google Shape;55;p3"/>
                <p:cNvSpPr/>
                <p:nvPr/>
              </p:nvSpPr>
              <p:spPr>
                <a:xfrm rot="157512">
                  <a:off x="9015730" y="3465389"/>
                  <a:ext cx="57047" cy="5707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282" h="2283" extrusionOk="0">
                      <a:moveTo>
                        <a:pt x="1142" y="0"/>
                      </a:moveTo>
                      <a:cubicBezTo>
                        <a:pt x="512" y="0"/>
                        <a:pt x="1" y="511"/>
                        <a:pt x="1" y="1141"/>
                      </a:cubicBezTo>
                      <a:cubicBezTo>
                        <a:pt x="1" y="1771"/>
                        <a:pt x="512" y="2282"/>
                        <a:pt x="1142" y="2282"/>
                      </a:cubicBezTo>
                      <a:cubicBezTo>
                        <a:pt x="1771" y="2282"/>
                        <a:pt x="2282" y="1771"/>
                        <a:pt x="2282" y="1141"/>
                      </a:cubicBezTo>
                      <a:cubicBezTo>
                        <a:pt x="2282" y="511"/>
                        <a:pt x="1771" y="0"/>
                        <a:pt x="1142" y="0"/>
                      </a:cubicBez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</p:grpSp>
        <p:sp>
          <p:nvSpPr>
            <p:cNvPr id="56" name="Google Shape;56;p3"/>
            <p:cNvSpPr/>
            <p:nvPr/>
          </p:nvSpPr>
          <p:spPr>
            <a:xfrm rot="157512">
              <a:off x="8799542" y="3225845"/>
              <a:ext cx="57022" cy="57072"/>
            </a:xfrm>
            <a:custGeom>
              <a:avLst/>
              <a:gdLst/>
              <a:ahLst/>
              <a:cxnLst/>
              <a:rect l="l" t="t" r="r" b="b"/>
              <a:pathLst>
                <a:path w="2281" h="2283" extrusionOk="0">
                  <a:moveTo>
                    <a:pt x="1141" y="1"/>
                  </a:moveTo>
                  <a:cubicBezTo>
                    <a:pt x="511" y="1"/>
                    <a:pt x="0" y="512"/>
                    <a:pt x="0" y="1142"/>
                  </a:cubicBezTo>
                  <a:cubicBezTo>
                    <a:pt x="0" y="1772"/>
                    <a:pt x="511" y="2283"/>
                    <a:pt x="1141" y="2283"/>
                  </a:cubicBezTo>
                  <a:cubicBezTo>
                    <a:pt x="1771" y="2283"/>
                    <a:pt x="2281" y="1772"/>
                    <a:pt x="2281" y="1142"/>
                  </a:cubicBezTo>
                  <a:cubicBezTo>
                    <a:pt x="2281" y="512"/>
                    <a:pt x="1771" y="1"/>
                    <a:pt x="1141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" name="Google Shape;57;p3"/>
            <p:cNvSpPr/>
            <p:nvPr/>
          </p:nvSpPr>
          <p:spPr>
            <a:xfrm rot="157512">
              <a:off x="5710335" y="4761896"/>
              <a:ext cx="57072" cy="57072"/>
            </a:xfrm>
            <a:custGeom>
              <a:avLst/>
              <a:gdLst/>
              <a:ahLst/>
              <a:cxnLst/>
              <a:rect l="l" t="t" r="r" b="b"/>
              <a:pathLst>
                <a:path w="2283" h="2283" extrusionOk="0">
                  <a:moveTo>
                    <a:pt x="1141" y="1"/>
                  </a:moveTo>
                  <a:cubicBezTo>
                    <a:pt x="511" y="1"/>
                    <a:pt x="0" y="511"/>
                    <a:pt x="0" y="1142"/>
                  </a:cubicBezTo>
                  <a:cubicBezTo>
                    <a:pt x="0" y="1772"/>
                    <a:pt x="511" y="2283"/>
                    <a:pt x="1141" y="2283"/>
                  </a:cubicBezTo>
                  <a:cubicBezTo>
                    <a:pt x="1771" y="2283"/>
                    <a:pt x="2282" y="1772"/>
                    <a:pt x="2282" y="1142"/>
                  </a:cubicBezTo>
                  <a:cubicBezTo>
                    <a:pt x="2282" y="511"/>
                    <a:pt x="1771" y="1"/>
                    <a:pt x="1141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" name="Google Shape;58;p3"/>
            <p:cNvSpPr/>
            <p:nvPr/>
          </p:nvSpPr>
          <p:spPr>
            <a:xfrm rot="157512">
              <a:off x="7885492" y="4168682"/>
              <a:ext cx="57047" cy="57047"/>
            </a:xfrm>
            <a:custGeom>
              <a:avLst/>
              <a:gdLst/>
              <a:ahLst/>
              <a:cxnLst/>
              <a:rect l="l" t="t" r="r" b="b"/>
              <a:pathLst>
                <a:path w="2282" h="2282" extrusionOk="0">
                  <a:moveTo>
                    <a:pt x="1141" y="0"/>
                  </a:moveTo>
                  <a:cubicBezTo>
                    <a:pt x="511" y="0"/>
                    <a:pt x="0" y="511"/>
                    <a:pt x="0" y="1141"/>
                  </a:cubicBezTo>
                  <a:cubicBezTo>
                    <a:pt x="0" y="1770"/>
                    <a:pt x="511" y="2281"/>
                    <a:pt x="1141" y="2281"/>
                  </a:cubicBezTo>
                  <a:cubicBezTo>
                    <a:pt x="1772" y="2281"/>
                    <a:pt x="2281" y="1770"/>
                    <a:pt x="2281" y="1141"/>
                  </a:cubicBezTo>
                  <a:cubicBezTo>
                    <a:pt x="2281" y="511"/>
                    <a:pt x="1772" y="0"/>
                    <a:pt x="1141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59" name="Google Shape;59;p3"/>
          <p:cNvGrpSpPr/>
          <p:nvPr/>
        </p:nvGrpSpPr>
        <p:grpSpPr>
          <a:xfrm>
            <a:off x="2951589" y="-2707787"/>
            <a:ext cx="5036265" cy="4113315"/>
            <a:chOff x="4780389" y="2513201"/>
            <a:chExt cx="5036265" cy="4113315"/>
          </a:xfrm>
        </p:grpSpPr>
        <p:grpSp>
          <p:nvGrpSpPr>
            <p:cNvPr id="60" name="Google Shape;60;p3"/>
            <p:cNvGrpSpPr/>
            <p:nvPr/>
          </p:nvGrpSpPr>
          <p:grpSpPr>
            <a:xfrm>
              <a:off x="4780389" y="2513201"/>
              <a:ext cx="5036265" cy="4113315"/>
              <a:chOff x="4673664" y="2214101"/>
              <a:chExt cx="5036265" cy="4113315"/>
            </a:xfrm>
          </p:grpSpPr>
          <p:sp>
            <p:nvSpPr>
              <p:cNvPr id="61" name="Google Shape;61;p3"/>
              <p:cNvSpPr/>
              <p:nvPr/>
            </p:nvSpPr>
            <p:spPr>
              <a:xfrm rot="157512">
                <a:off x="9047033" y="4559649"/>
                <a:ext cx="57072" cy="57047"/>
              </a:xfrm>
              <a:custGeom>
                <a:avLst/>
                <a:gdLst/>
                <a:ahLst/>
                <a:cxnLst/>
                <a:rect l="l" t="t" r="r" b="b"/>
                <a:pathLst>
                  <a:path w="2283" h="2282" extrusionOk="0">
                    <a:moveTo>
                      <a:pt x="1141" y="1"/>
                    </a:moveTo>
                    <a:cubicBezTo>
                      <a:pt x="511" y="1"/>
                      <a:pt x="0" y="512"/>
                      <a:pt x="0" y="1142"/>
                    </a:cubicBezTo>
                    <a:cubicBezTo>
                      <a:pt x="0" y="1771"/>
                      <a:pt x="511" y="2282"/>
                      <a:pt x="1141" y="2282"/>
                    </a:cubicBezTo>
                    <a:cubicBezTo>
                      <a:pt x="1771" y="2282"/>
                      <a:pt x="2282" y="1771"/>
                      <a:pt x="2282" y="1142"/>
                    </a:cubicBezTo>
                    <a:cubicBezTo>
                      <a:pt x="2282" y="512"/>
                      <a:pt x="1771" y="1"/>
                      <a:pt x="1141" y="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grpSp>
            <p:nvGrpSpPr>
              <p:cNvPr id="62" name="Google Shape;62;p3"/>
              <p:cNvGrpSpPr/>
              <p:nvPr/>
            </p:nvGrpSpPr>
            <p:grpSpPr>
              <a:xfrm>
                <a:off x="4673664" y="2214101"/>
                <a:ext cx="5036265" cy="4113315"/>
                <a:chOff x="4673664" y="2214101"/>
                <a:chExt cx="5036265" cy="4113315"/>
              </a:xfrm>
            </p:grpSpPr>
            <p:grpSp>
              <p:nvGrpSpPr>
                <p:cNvPr id="63" name="Google Shape;63;p3"/>
                <p:cNvGrpSpPr/>
                <p:nvPr/>
              </p:nvGrpSpPr>
              <p:grpSpPr>
                <a:xfrm>
                  <a:off x="4673664" y="2214101"/>
                  <a:ext cx="5036265" cy="4113315"/>
                  <a:chOff x="3825164" y="427026"/>
                  <a:chExt cx="5036265" cy="4113315"/>
                </a:xfrm>
              </p:grpSpPr>
              <p:sp>
                <p:nvSpPr>
                  <p:cNvPr id="64" name="Google Shape;64;p3"/>
                  <p:cNvSpPr/>
                  <p:nvPr/>
                </p:nvSpPr>
                <p:spPr>
                  <a:xfrm rot="157512">
                    <a:off x="6915828" y="473247"/>
                    <a:ext cx="650167" cy="72108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08" h="28845" fill="none" extrusionOk="0">
                        <a:moveTo>
                          <a:pt x="26008" y="20744"/>
                        </a:moveTo>
                        <a:lnTo>
                          <a:pt x="24980" y="6321"/>
                        </a:lnTo>
                        <a:lnTo>
                          <a:pt x="11976" y="1"/>
                        </a:lnTo>
                        <a:lnTo>
                          <a:pt x="0" y="8102"/>
                        </a:lnTo>
                        <a:lnTo>
                          <a:pt x="1028" y="22524"/>
                        </a:lnTo>
                        <a:lnTo>
                          <a:pt x="14032" y="28845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65" name="Google Shape;65;p3"/>
                  <p:cNvSpPr/>
                  <p:nvPr/>
                </p:nvSpPr>
                <p:spPr>
                  <a:xfrm rot="157512">
                    <a:off x="7541687" y="457392"/>
                    <a:ext cx="650192" cy="72111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09" h="28846" fill="none" extrusionOk="0">
                        <a:moveTo>
                          <a:pt x="26009" y="20743"/>
                        </a:moveTo>
                        <a:lnTo>
                          <a:pt x="24981" y="6321"/>
                        </a:lnTo>
                        <a:lnTo>
                          <a:pt x="11976" y="1"/>
                        </a:lnTo>
                        <a:lnTo>
                          <a:pt x="1" y="8102"/>
                        </a:lnTo>
                        <a:lnTo>
                          <a:pt x="1029" y="22525"/>
                        </a:lnTo>
                        <a:lnTo>
                          <a:pt x="14033" y="28845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66" name="Google Shape;66;p3"/>
                  <p:cNvSpPr/>
                  <p:nvPr/>
                </p:nvSpPr>
                <p:spPr>
                  <a:xfrm rot="157512">
                    <a:off x="8167572" y="441537"/>
                    <a:ext cx="650192" cy="72108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09" h="28845" fill="none" extrusionOk="0">
                        <a:moveTo>
                          <a:pt x="26008" y="20743"/>
                        </a:moveTo>
                        <a:lnTo>
                          <a:pt x="24980" y="6321"/>
                        </a:lnTo>
                        <a:lnTo>
                          <a:pt x="11976" y="0"/>
                        </a:lnTo>
                        <a:lnTo>
                          <a:pt x="1" y="8102"/>
                        </a:lnTo>
                        <a:lnTo>
                          <a:pt x="1029" y="22524"/>
                        </a:lnTo>
                        <a:lnTo>
                          <a:pt x="14033" y="28845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67" name="Google Shape;67;p3"/>
                  <p:cNvSpPr/>
                  <p:nvPr/>
                </p:nvSpPr>
                <p:spPr>
                  <a:xfrm rot="157512">
                    <a:off x="7242491" y="1007356"/>
                    <a:ext cx="650192" cy="72108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09" h="28845" fill="none" extrusionOk="0">
                        <a:moveTo>
                          <a:pt x="26008" y="20743"/>
                        </a:moveTo>
                        <a:lnTo>
                          <a:pt x="24980" y="6321"/>
                        </a:lnTo>
                        <a:lnTo>
                          <a:pt x="11976" y="1"/>
                        </a:lnTo>
                        <a:lnTo>
                          <a:pt x="0" y="8102"/>
                        </a:lnTo>
                        <a:lnTo>
                          <a:pt x="1028" y="22525"/>
                        </a:lnTo>
                        <a:lnTo>
                          <a:pt x="14033" y="28844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68" name="Google Shape;68;p3"/>
                  <p:cNvSpPr/>
                  <p:nvPr/>
                </p:nvSpPr>
                <p:spPr>
                  <a:xfrm rot="157512">
                    <a:off x="7868375" y="991501"/>
                    <a:ext cx="650167" cy="72108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08" h="28845" fill="none" extrusionOk="0">
                        <a:moveTo>
                          <a:pt x="26008" y="20743"/>
                        </a:moveTo>
                        <a:lnTo>
                          <a:pt x="24980" y="6321"/>
                        </a:lnTo>
                        <a:lnTo>
                          <a:pt x="11976" y="0"/>
                        </a:lnTo>
                        <a:lnTo>
                          <a:pt x="0" y="8102"/>
                        </a:lnTo>
                        <a:lnTo>
                          <a:pt x="1028" y="22524"/>
                        </a:lnTo>
                        <a:lnTo>
                          <a:pt x="14032" y="28845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69" name="Google Shape;69;p3"/>
                  <p:cNvSpPr/>
                  <p:nvPr/>
                </p:nvSpPr>
                <p:spPr>
                  <a:xfrm rot="157512">
                    <a:off x="6943294" y="1557320"/>
                    <a:ext cx="650167" cy="72108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08" h="28845" fill="none" extrusionOk="0">
                        <a:moveTo>
                          <a:pt x="26008" y="20743"/>
                        </a:moveTo>
                        <a:lnTo>
                          <a:pt x="24980" y="6320"/>
                        </a:lnTo>
                        <a:lnTo>
                          <a:pt x="11975" y="1"/>
                        </a:lnTo>
                        <a:lnTo>
                          <a:pt x="0" y="8102"/>
                        </a:lnTo>
                        <a:lnTo>
                          <a:pt x="1028" y="22524"/>
                        </a:lnTo>
                        <a:lnTo>
                          <a:pt x="14032" y="28844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70" name="Google Shape;70;p3"/>
                  <p:cNvSpPr/>
                  <p:nvPr/>
                </p:nvSpPr>
                <p:spPr>
                  <a:xfrm rot="157512">
                    <a:off x="7569154" y="1541466"/>
                    <a:ext cx="650217" cy="72106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10" h="28844" fill="none" extrusionOk="0">
                        <a:moveTo>
                          <a:pt x="26009" y="20743"/>
                        </a:moveTo>
                        <a:lnTo>
                          <a:pt x="24980" y="6321"/>
                        </a:lnTo>
                        <a:lnTo>
                          <a:pt x="11976" y="0"/>
                        </a:lnTo>
                        <a:lnTo>
                          <a:pt x="1" y="8101"/>
                        </a:lnTo>
                        <a:lnTo>
                          <a:pt x="1029" y="22524"/>
                        </a:lnTo>
                        <a:lnTo>
                          <a:pt x="14033" y="28844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71" name="Google Shape;71;p3"/>
                  <p:cNvSpPr/>
                  <p:nvPr/>
                </p:nvSpPr>
                <p:spPr>
                  <a:xfrm rot="157512">
                    <a:off x="8195039" y="1525586"/>
                    <a:ext cx="650217" cy="72111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10" h="28846" fill="none" extrusionOk="0">
                        <a:moveTo>
                          <a:pt x="26009" y="20743"/>
                        </a:moveTo>
                        <a:lnTo>
                          <a:pt x="24980" y="6322"/>
                        </a:lnTo>
                        <a:lnTo>
                          <a:pt x="11976" y="1"/>
                        </a:lnTo>
                        <a:lnTo>
                          <a:pt x="0" y="8103"/>
                        </a:lnTo>
                        <a:lnTo>
                          <a:pt x="1029" y="22525"/>
                        </a:lnTo>
                        <a:lnTo>
                          <a:pt x="14033" y="28846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72" name="Google Shape;72;p3"/>
                  <p:cNvSpPr/>
                  <p:nvPr/>
                </p:nvSpPr>
                <p:spPr>
                  <a:xfrm rot="157512">
                    <a:off x="4140535" y="2170703"/>
                    <a:ext cx="650217" cy="72108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10" h="28845" fill="none" extrusionOk="0">
                        <a:moveTo>
                          <a:pt x="26009" y="20743"/>
                        </a:moveTo>
                        <a:lnTo>
                          <a:pt x="24980" y="6321"/>
                        </a:lnTo>
                        <a:lnTo>
                          <a:pt x="11977" y="0"/>
                        </a:lnTo>
                        <a:lnTo>
                          <a:pt x="1" y="8102"/>
                        </a:lnTo>
                        <a:lnTo>
                          <a:pt x="1028" y="22524"/>
                        </a:lnTo>
                        <a:lnTo>
                          <a:pt x="14033" y="28845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73" name="Google Shape;73;p3"/>
                  <p:cNvSpPr/>
                  <p:nvPr/>
                </p:nvSpPr>
                <p:spPr>
                  <a:xfrm rot="157512">
                    <a:off x="4766419" y="2154848"/>
                    <a:ext cx="650192" cy="72108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09" h="28845" fill="none" extrusionOk="0">
                        <a:moveTo>
                          <a:pt x="26009" y="20743"/>
                        </a:moveTo>
                        <a:lnTo>
                          <a:pt x="24980" y="6321"/>
                        </a:lnTo>
                        <a:lnTo>
                          <a:pt x="11977" y="1"/>
                        </a:lnTo>
                        <a:lnTo>
                          <a:pt x="0" y="8102"/>
                        </a:lnTo>
                        <a:lnTo>
                          <a:pt x="1029" y="22524"/>
                        </a:lnTo>
                        <a:lnTo>
                          <a:pt x="14034" y="28845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74" name="Google Shape;74;p3"/>
                  <p:cNvSpPr/>
                  <p:nvPr/>
                </p:nvSpPr>
                <p:spPr>
                  <a:xfrm rot="157512">
                    <a:off x="5392303" y="2138993"/>
                    <a:ext cx="650192" cy="72108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09" h="28845" fill="none" extrusionOk="0">
                        <a:moveTo>
                          <a:pt x="26009" y="20743"/>
                        </a:moveTo>
                        <a:lnTo>
                          <a:pt x="24981" y="6321"/>
                        </a:lnTo>
                        <a:lnTo>
                          <a:pt x="11976" y="0"/>
                        </a:lnTo>
                        <a:lnTo>
                          <a:pt x="0" y="8102"/>
                        </a:lnTo>
                        <a:lnTo>
                          <a:pt x="1029" y="22524"/>
                        </a:lnTo>
                        <a:lnTo>
                          <a:pt x="14033" y="28844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75" name="Google Shape;75;p3"/>
                  <p:cNvSpPr/>
                  <p:nvPr/>
                </p:nvSpPr>
                <p:spPr>
                  <a:xfrm rot="157512">
                    <a:off x="6018188" y="2123139"/>
                    <a:ext cx="650192" cy="72108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09" h="28845" fill="none" extrusionOk="0">
                        <a:moveTo>
                          <a:pt x="26008" y="20743"/>
                        </a:moveTo>
                        <a:lnTo>
                          <a:pt x="24981" y="6321"/>
                        </a:lnTo>
                        <a:lnTo>
                          <a:pt x="11976" y="0"/>
                        </a:lnTo>
                        <a:lnTo>
                          <a:pt x="1" y="8102"/>
                        </a:lnTo>
                        <a:lnTo>
                          <a:pt x="1029" y="22524"/>
                        </a:lnTo>
                        <a:lnTo>
                          <a:pt x="14033" y="28845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76" name="Google Shape;76;p3"/>
                  <p:cNvSpPr/>
                  <p:nvPr/>
                </p:nvSpPr>
                <p:spPr>
                  <a:xfrm rot="157512">
                    <a:off x="6644073" y="2107259"/>
                    <a:ext cx="650192" cy="72111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09" h="28846" fill="none" extrusionOk="0">
                        <a:moveTo>
                          <a:pt x="26008" y="20743"/>
                        </a:moveTo>
                        <a:lnTo>
                          <a:pt x="24980" y="6321"/>
                        </a:lnTo>
                        <a:lnTo>
                          <a:pt x="11976" y="1"/>
                        </a:lnTo>
                        <a:lnTo>
                          <a:pt x="1" y="8103"/>
                        </a:lnTo>
                        <a:lnTo>
                          <a:pt x="1028" y="22525"/>
                        </a:lnTo>
                        <a:lnTo>
                          <a:pt x="14033" y="28845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77" name="Google Shape;77;p3"/>
                  <p:cNvSpPr/>
                  <p:nvPr/>
                </p:nvSpPr>
                <p:spPr>
                  <a:xfrm rot="157512">
                    <a:off x="7269957" y="2091430"/>
                    <a:ext cx="650192" cy="72106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09" h="28844" fill="none" extrusionOk="0">
                        <a:moveTo>
                          <a:pt x="26009" y="20743"/>
                        </a:moveTo>
                        <a:lnTo>
                          <a:pt x="24980" y="6320"/>
                        </a:lnTo>
                        <a:lnTo>
                          <a:pt x="11976" y="0"/>
                        </a:lnTo>
                        <a:lnTo>
                          <a:pt x="0" y="8101"/>
                        </a:lnTo>
                        <a:lnTo>
                          <a:pt x="1028" y="22523"/>
                        </a:lnTo>
                        <a:lnTo>
                          <a:pt x="14033" y="28844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78" name="Google Shape;78;p3"/>
                  <p:cNvSpPr/>
                  <p:nvPr/>
                </p:nvSpPr>
                <p:spPr>
                  <a:xfrm rot="157512">
                    <a:off x="7895842" y="2075550"/>
                    <a:ext cx="650192" cy="72108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09" h="28845" fill="none" extrusionOk="0">
                        <a:moveTo>
                          <a:pt x="26009" y="20743"/>
                        </a:moveTo>
                        <a:lnTo>
                          <a:pt x="24980" y="6322"/>
                        </a:lnTo>
                        <a:lnTo>
                          <a:pt x="11976" y="1"/>
                        </a:lnTo>
                        <a:lnTo>
                          <a:pt x="0" y="8102"/>
                        </a:lnTo>
                        <a:lnTo>
                          <a:pt x="1029" y="22525"/>
                        </a:lnTo>
                        <a:lnTo>
                          <a:pt x="14032" y="28845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79" name="Google Shape;79;p3"/>
                  <p:cNvSpPr/>
                  <p:nvPr/>
                </p:nvSpPr>
                <p:spPr>
                  <a:xfrm rot="157512">
                    <a:off x="3841337" y="2720667"/>
                    <a:ext cx="650192" cy="72111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09" h="28846" fill="none" extrusionOk="0">
                        <a:moveTo>
                          <a:pt x="26009" y="20743"/>
                        </a:moveTo>
                        <a:lnTo>
                          <a:pt x="24980" y="6321"/>
                        </a:lnTo>
                        <a:lnTo>
                          <a:pt x="11975" y="0"/>
                        </a:lnTo>
                        <a:lnTo>
                          <a:pt x="0" y="8102"/>
                        </a:lnTo>
                        <a:lnTo>
                          <a:pt x="1029" y="22524"/>
                        </a:lnTo>
                        <a:lnTo>
                          <a:pt x="14032" y="28845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80" name="Google Shape;80;p3"/>
                  <p:cNvSpPr/>
                  <p:nvPr/>
                </p:nvSpPr>
                <p:spPr>
                  <a:xfrm rot="157512">
                    <a:off x="4467198" y="2704787"/>
                    <a:ext cx="650217" cy="72111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10" h="28846" fill="none" extrusionOk="0">
                        <a:moveTo>
                          <a:pt x="26010" y="20743"/>
                        </a:moveTo>
                        <a:lnTo>
                          <a:pt x="24982" y="6322"/>
                        </a:lnTo>
                        <a:lnTo>
                          <a:pt x="11977" y="1"/>
                        </a:lnTo>
                        <a:lnTo>
                          <a:pt x="1" y="8103"/>
                        </a:lnTo>
                        <a:lnTo>
                          <a:pt x="1030" y="22525"/>
                        </a:lnTo>
                        <a:lnTo>
                          <a:pt x="14033" y="28846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81" name="Google Shape;81;p3"/>
                  <p:cNvSpPr/>
                  <p:nvPr/>
                </p:nvSpPr>
                <p:spPr>
                  <a:xfrm rot="157512">
                    <a:off x="5093107" y="2688958"/>
                    <a:ext cx="650192" cy="72108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09" h="28845" fill="none" extrusionOk="0">
                        <a:moveTo>
                          <a:pt x="26008" y="20743"/>
                        </a:moveTo>
                        <a:lnTo>
                          <a:pt x="24980" y="6320"/>
                        </a:lnTo>
                        <a:lnTo>
                          <a:pt x="11976" y="0"/>
                        </a:lnTo>
                        <a:lnTo>
                          <a:pt x="1" y="8102"/>
                        </a:lnTo>
                        <a:lnTo>
                          <a:pt x="1029" y="22523"/>
                        </a:lnTo>
                        <a:lnTo>
                          <a:pt x="14033" y="28844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82" name="Google Shape;82;p3"/>
                  <p:cNvSpPr/>
                  <p:nvPr/>
                </p:nvSpPr>
                <p:spPr>
                  <a:xfrm rot="157512">
                    <a:off x="5718992" y="2673103"/>
                    <a:ext cx="650192" cy="72106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09" h="28844" fill="none" extrusionOk="0">
                        <a:moveTo>
                          <a:pt x="26008" y="20743"/>
                        </a:moveTo>
                        <a:lnTo>
                          <a:pt x="24980" y="6321"/>
                        </a:lnTo>
                        <a:lnTo>
                          <a:pt x="11976" y="0"/>
                        </a:lnTo>
                        <a:lnTo>
                          <a:pt x="0" y="8101"/>
                        </a:lnTo>
                        <a:lnTo>
                          <a:pt x="1028" y="22524"/>
                        </a:lnTo>
                        <a:lnTo>
                          <a:pt x="14033" y="28844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83" name="Google Shape;83;p3"/>
                  <p:cNvSpPr/>
                  <p:nvPr/>
                </p:nvSpPr>
                <p:spPr>
                  <a:xfrm rot="157512">
                    <a:off x="6344876" y="2657223"/>
                    <a:ext cx="650167" cy="72111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08" h="28846" fill="none" extrusionOk="0">
                        <a:moveTo>
                          <a:pt x="26008" y="20743"/>
                        </a:moveTo>
                        <a:lnTo>
                          <a:pt x="24980" y="6321"/>
                        </a:lnTo>
                        <a:lnTo>
                          <a:pt x="11975" y="1"/>
                        </a:lnTo>
                        <a:lnTo>
                          <a:pt x="0" y="8103"/>
                        </a:lnTo>
                        <a:lnTo>
                          <a:pt x="1028" y="22525"/>
                        </a:lnTo>
                        <a:lnTo>
                          <a:pt x="14032" y="28845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84" name="Google Shape;84;p3"/>
                  <p:cNvSpPr/>
                  <p:nvPr/>
                </p:nvSpPr>
                <p:spPr>
                  <a:xfrm rot="157512">
                    <a:off x="6970736" y="2641369"/>
                    <a:ext cx="650217" cy="72111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10" h="28846" fill="none" extrusionOk="0">
                        <a:moveTo>
                          <a:pt x="26010" y="20743"/>
                        </a:moveTo>
                        <a:lnTo>
                          <a:pt x="24981" y="6321"/>
                        </a:lnTo>
                        <a:lnTo>
                          <a:pt x="11976" y="0"/>
                        </a:lnTo>
                        <a:lnTo>
                          <a:pt x="1" y="8102"/>
                        </a:lnTo>
                        <a:lnTo>
                          <a:pt x="1029" y="22524"/>
                        </a:lnTo>
                        <a:lnTo>
                          <a:pt x="14033" y="28845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85" name="Google Shape;85;p3"/>
                  <p:cNvSpPr/>
                  <p:nvPr/>
                </p:nvSpPr>
                <p:spPr>
                  <a:xfrm rot="157512">
                    <a:off x="4168001" y="3254751"/>
                    <a:ext cx="650217" cy="72111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10" h="28846" fill="none" extrusionOk="0">
                        <a:moveTo>
                          <a:pt x="26009" y="20744"/>
                        </a:moveTo>
                        <a:lnTo>
                          <a:pt x="24980" y="6322"/>
                        </a:lnTo>
                        <a:lnTo>
                          <a:pt x="11977" y="1"/>
                        </a:lnTo>
                        <a:lnTo>
                          <a:pt x="0" y="8103"/>
                        </a:lnTo>
                        <a:lnTo>
                          <a:pt x="1029" y="22525"/>
                        </a:lnTo>
                        <a:lnTo>
                          <a:pt x="14034" y="28846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86" name="Google Shape;86;p3"/>
                  <p:cNvSpPr/>
                  <p:nvPr/>
                </p:nvSpPr>
                <p:spPr>
                  <a:xfrm rot="157512">
                    <a:off x="4793885" y="3238896"/>
                    <a:ext cx="650192" cy="72111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09" h="28846" fill="none" extrusionOk="0">
                        <a:moveTo>
                          <a:pt x="26009" y="20743"/>
                        </a:moveTo>
                        <a:lnTo>
                          <a:pt x="24981" y="6321"/>
                        </a:lnTo>
                        <a:lnTo>
                          <a:pt x="11977" y="0"/>
                        </a:lnTo>
                        <a:lnTo>
                          <a:pt x="0" y="8103"/>
                        </a:lnTo>
                        <a:lnTo>
                          <a:pt x="1029" y="22525"/>
                        </a:lnTo>
                        <a:lnTo>
                          <a:pt x="14033" y="28845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87" name="Google Shape;87;p3"/>
                  <p:cNvSpPr/>
                  <p:nvPr/>
                </p:nvSpPr>
                <p:spPr>
                  <a:xfrm rot="157512">
                    <a:off x="5419770" y="3223067"/>
                    <a:ext cx="650192" cy="72106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09" h="28844" fill="none" extrusionOk="0">
                        <a:moveTo>
                          <a:pt x="26009" y="20743"/>
                        </a:moveTo>
                        <a:lnTo>
                          <a:pt x="24981" y="6320"/>
                        </a:lnTo>
                        <a:lnTo>
                          <a:pt x="11976" y="0"/>
                        </a:lnTo>
                        <a:lnTo>
                          <a:pt x="1" y="8101"/>
                        </a:lnTo>
                        <a:lnTo>
                          <a:pt x="1029" y="22523"/>
                        </a:lnTo>
                        <a:lnTo>
                          <a:pt x="14033" y="28844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88" name="Google Shape;88;p3"/>
                  <p:cNvSpPr/>
                  <p:nvPr/>
                </p:nvSpPr>
                <p:spPr>
                  <a:xfrm rot="157512">
                    <a:off x="6045654" y="3207187"/>
                    <a:ext cx="650192" cy="72111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09" h="28846" fill="none" extrusionOk="0">
                        <a:moveTo>
                          <a:pt x="26008" y="20743"/>
                        </a:moveTo>
                        <a:lnTo>
                          <a:pt x="24980" y="6321"/>
                        </a:lnTo>
                        <a:lnTo>
                          <a:pt x="11976" y="1"/>
                        </a:lnTo>
                        <a:lnTo>
                          <a:pt x="1" y="8102"/>
                        </a:lnTo>
                        <a:lnTo>
                          <a:pt x="1029" y="22525"/>
                        </a:lnTo>
                        <a:lnTo>
                          <a:pt x="14033" y="28845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89" name="Google Shape;89;p3"/>
                  <p:cNvSpPr/>
                  <p:nvPr/>
                </p:nvSpPr>
                <p:spPr>
                  <a:xfrm rot="157512">
                    <a:off x="3868779" y="3804714"/>
                    <a:ext cx="650217" cy="72111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10" h="28846" fill="none" extrusionOk="0">
                        <a:moveTo>
                          <a:pt x="26010" y="20744"/>
                        </a:moveTo>
                        <a:lnTo>
                          <a:pt x="24982" y="6322"/>
                        </a:lnTo>
                        <a:lnTo>
                          <a:pt x="11977" y="1"/>
                        </a:lnTo>
                        <a:lnTo>
                          <a:pt x="1" y="8102"/>
                        </a:lnTo>
                        <a:lnTo>
                          <a:pt x="1030" y="22525"/>
                        </a:lnTo>
                        <a:lnTo>
                          <a:pt x="14034" y="28846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90" name="Google Shape;90;p3"/>
                  <p:cNvSpPr/>
                  <p:nvPr/>
                </p:nvSpPr>
                <p:spPr>
                  <a:xfrm rot="157512">
                    <a:off x="4494689" y="3788860"/>
                    <a:ext cx="650192" cy="72111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09" h="28846" fill="none" extrusionOk="0">
                        <a:moveTo>
                          <a:pt x="26008" y="20743"/>
                        </a:moveTo>
                        <a:lnTo>
                          <a:pt x="24980" y="6321"/>
                        </a:lnTo>
                        <a:lnTo>
                          <a:pt x="11976" y="1"/>
                        </a:lnTo>
                        <a:lnTo>
                          <a:pt x="1" y="8103"/>
                        </a:lnTo>
                        <a:lnTo>
                          <a:pt x="1029" y="22525"/>
                        </a:lnTo>
                        <a:lnTo>
                          <a:pt x="14033" y="28845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91" name="Google Shape;91;p3"/>
                  <p:cNvSpPr/>
                  <p:nvPr/>
                </p:nvSpPr>
                <p:spPr>
                  <a:xfrm rot="157512">
                    <a:off x="5120574" y="3773006"/>
                    <a:ext cx="650192" cy="72108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09" h="28845" fill="none" extrusionOk="0">
                        <a:moveTo>
                          <a:pt x="26008" y="20744"/>
                        </a:moveTo>
                        <a:lnTo>
                          <a:pt x="24980" y="6321"/>
                        </a:lnTo>
                        <a:lnTo>
                          <a:pt x="11976" y="0"/>
                        </a:lnTo>
                        <a:lnTo>
                          <a:pt x="0" y="8102"/>
                        </a:lnTo>
                        <a:lnTo>
                          <a:pt x="1028" y="22524"/>
                        </a:lnTo>
                        <a:lnTo>
                          <a:pt x="14033" y="28845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</p:grpSp>
            <p:sp>
              <p:nvSpPr>
                <p:cNvPr id="92" name="Google Shape;92;p3"/>
                <p:cNvSpPr/>
                <p:nvPr/>
              </p:nvSpPr>
              <p:spPr>
                <a:xfrm rot="157512">
                  <a:off x="6228998" y="4446717"/>
                  <a:ext cx="57072" cy="5704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283" h="2282" extrusionOk="0">
                      <a:moveTo>
                        <a:pt x="1142" y="0"/>
                      </a:moveTo>
                      <a:cubicBezTo>
                        <a:pt x="512" y="0"/>
                        <a:pt x="1" y="511"/>
                        <a:pt x="1" y="1141"/>
                      </a:cubicBezTo>
                      <a:cubicBezTo>
                        <a:pt x="1" y="1771"/>
                        <a:pt x="512" y="2281"/>
                        <a:pt x="1142" y="2281"/>
                      </a:cubicBezTo>
                      <a:cubicBezTo>
                        <a:pt x="1772" y="2281"/>
                        <a:pt x="2283" y="1772"/>
                        <a:pt x="2283" y="1141"/>
                      </a:cubicBezTo>
                      <a:cubicBezTo>
                        <a:pt x="2283" y="511"/>
                        <a:pt x="1772" y="0"/>
                        <a:pt x="1142" y="0"/>
                      </a:cubicBez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93" name="Google Shape;93;p3"/>
                <p:cNvSpPr/>
                <p:nvPr/>
              </p:nvSpPr>
              <p:spPr>
                <a:xfrm rot="157512">
                  <a:off x="9351770" y="4005108"/>
                  <a:ext cx="57047" cy="5707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282" h="2283" extrusionOk="0">
                      <a:moveTo>
                        <a:pt x="1141" y="0"/>
                      </a:moveTo>
                      <a:cubicBezTo>
                        <a:pt x="511" y="0"/>
                        <a:pt x="0" y="511"/>
                        <a:pt x="0" y="1141"/>
                      </a:cubicBezTo>
                      <a:cubicBezTo>
                        <a:pt x="0" y="1772"/>
                        <a:pt x="511" y="2282"/>
                        <a:pt x="1141" y="2282"/>
                      </a:cubicBezTo>
                      <a:cubicBezTo>
                        <a:pt x="1771" y="2282"/>
                        <a:pt x="2281" y="1772"/>
                        <a:pt x="2281" y="1141"/>
                      </a:cubicBezTo>
                      <a:cubicBezTo>
                        <a:pt x="2281" y="511"/>
                        <a:pt x="1771" y="0"/>
                        <a:pt x="1141" y="0"/>
                      </a:cubicBez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94" name="Google Shape;94;p3"/>
                <p:cNvSpPr/>
                <p:nvPr/>
              </p:nvSpPr>
              <p:spPr>
                <a:xfrm rot="157512">
                  <a:off x="8403706" y="3847890"/>
                  <a:ext cx="57072" cy="5704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283" h="2282" extrusionOk="0">
                      <a:moveTo>
                        <a:pt x="1141" y="1"/>
                      </a:moveTo>
                      <a:cubicBezTo>
                        <a:pt x="511" y="1"/>
                        <a:pt x="0" y="511"/>
                        <a:pt x="0" y="1141"/>
                      </a:cubicBezTo>
                      <a:cubicBezTo>
                        <a:pt x="0" y="1771"/>
                        <a:pt x="511" y="2282"/>
                        <a:pt x="1141" y="2282"/>
                      </a:cubicBezTo>
                      <a:cubicBezTo>
                        <a:pt x="1771" y="2282"/>
                        <a:pt x="2282" y="1771"/>
                        <a:pt x="2282" y="1141"/>
                      </a:cubicBezTo>
                      <a:cubicBezTo>
                        <a:pt x="2282" y="511"/>
                        <a:pt x="1771" y="1"/>
                        <a:pt x="1141" y="1"/>
                      </a:cubicBez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95" name="Google Shape;95;p3"/>
                <p:cNvSpPr/>
                <p:nvPr/>
              </p:nvSpPr>
              <p:spPr>
                <a:xfrm rot="157512">
                  <a:off x="8124633" y="5115580"/>
                  <a:ext cx="57047" cy="5704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282" h="2282" extrusionOk="0">
                      <a:moveTo>
                        <a:pt x="1140" y="0"/>
                      </a:moveTo>
                      <a:cubicBezTo>
                        <a:pt x="511" y="0"/>
                        <a:pt x="0" y="511"/>
                        <a:pt x="0" y="1141"/>
                      </a:cubicBezTo>
                      <a:cubicBezTo>
                        <a:pt x="0" y="1771"/>
                        <a:pt x="510" y="2281"/>
                        <a:pt x="1140" y="2281"/>
                      </a:cubicBezTo>
                      <a:cubicBezTo>
                        <a:pt x="1771" y="2281"/>
                        <a:pt x="2281" y="1771"/>
                        <a:pt x="2281" y="1141"/>
                      </a:cubicBezTo>
                      <a:cubicBezTo>
                        <a:pt x="2281" y="511"/>
                        <a:pt x="1771" y="0"/>
                        <a:pt x="1140" y="0"/>
                      </a:cubicBez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96" name="Google Shape;96;p3"/>
                <p:cNvSpPr/>
                <p:nvPr/>
              </p:nvSpPr>
              <p:spPr>
                <a:xfrm rot="157512">
                  <a:off x="6574005" y="5703526"/>
                  <a:ext cx="57072" cy="5704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283" h="2282" extrusionOk="0">
                      <a:moveTo>
                        <a:pt x="1141" y="1"/>
                      </a:moveTo>
                      <a:cubicBezTo>
                        <a:pt x="511" y="1"/>
                        <a:pt x="0" y="511"/>
                        <a:pt x="0" y="1141"/>
                      </a:cubicBezTo>
                      <a:cubicBezTo>
                        <a:pt x="0" y="1771"/>
                        <a:pt x="511" y="2282"/>
                        <a:pt x="1141" y="2282"/>
                      </a:cubicBezTo>
                      <a:cubicBezTo>
                        <a:pt x="1771" y="2282"/>
                        <a:pt x="2282" y="1771"/>
                        <a:pt x="2282" y="1141"/>
                      </a:cubicBezTo>
                      <a:cubicBezTo>
                        <a:pt x="2282" y="511"/>
                        <a:pt x="1771" y="1"/>
                        <a:pt x="1141" y="1"/>
                      </a:cubicBez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97" name="Google Shape;97;p3"/>
                <p:cNvSpPr/>
                <p:nvPr/>
              </p:nvSpPr>
              <p:spPr>
                <a:xfrm rot="157512">
                  <a:off x="5957267" y="6080755"/>
                  <a:ext cx="57072" cy="5704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283" h="2282" extrusionOk="0">
                      <a:moveTo>
                        <a:pt x="1141" y="0"/>
                      </a:moveTo>
                      <a:cubicBezTo>
                        <a:pt x="511" y="0"/>
                        <a:pt x="0" y="510"/>
                        <a:pt x="0" y="1140"/>
                      </a:cubicBezTo>
                      <a:cubicBezTo>
                        <a:pt x="0" y="1770"/>
                        <a:pt x="511" y="2281"/>
                        <a:pt x="1141" y="2281"/>
                      </a:cubicBezTo>
                      <a:cubicBezTo>
                        <a:pt x="1771" y="2281"/>
                        <a:pt x="2282" y="1770"/>
                        <a:pt x="2282" y="1140"/>
                      </a:cubicBezTo>
                      <a:cubicBezTo>
                        <a:pt x="2282" y="510"/>
                        <a:pt x="1771" y="0"/>
                        <a:pt x="1141" y="0"/>
                      </a:cubicBez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98" name="Google Shape;98;p3"/>
                <p:cNvSpPr/>
                <p:nvPr/>
              </p:nvSpPr>
              <p:spPr>
                <a:xfrm rot="157512">
                  <a:off x="5929801" y="4996682"/>
                  <a:ext cx="57072" cy="5704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283" h="2282" extrusionOk="0">
                      <a:moveTo>
                        <a:pt x="1142" y="0"/>
                      </a:moveTo>
                      <a:cubicBezTo>
                        <a:pt x="511" y="0"/>
                        <a:pt x="1" y="510"/>
                        <a:pt x="1" y="1140"/>
                      </a:cubicBezTo>
                      <a:cubicBezTo>
                        <a:pt x="1" y="1771"/>
                        <a:pt x="511" y="2281"/>
                        <a:pt x="1142" y="2281"/>
                      </a:cubicBezTo>
                      <a:cubicBezTo>
                        <a:pt x="1772" y="2281"/>
                        <a:pt x="2283" y="1771"/>
                        <a:pt x="2283" y="1140"/>
                      </a:cubicBezTo>
                      <a:cubicBezTo>
                        <a:pt x="2283" y="510"/>
                        <a:pt x="1772" y="0"/>
                        <a:pt x="1142" y="0"/>
                      </a:cubicBez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99" name="Google Shape;99;p3"/>
                <p:cNvSpPr/>
                <p:nvPr/>
              </p:nvSpPr>
              <p:spPr>
                <a:xfrm rot="157512">
                  <a:off x="9015730" y="3465389"/>
                  <a:ext cx="57047" cy="5707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282" h="2283" extrusionOk="0">
                      <a:moveTo>
                        <a:pt x="1142" y="0"/>
                      </a:moveTo>
                      <a:cubicBezTo>
                        <a:pt x="512" y="0"/>
                        <a:pt x="1" y="511"/>
                        <a:pt x="1" y="1141"/>
                      </a:cubicBezTo>
                      <a:cubicBezTo>
                        <a:pt x="1" y="1771"/>
                        <a:pt x="512" y="2282"/>
                        <a:pt x="1142" y="2282"/>
                      </a:cubicBezTo>
                      <a:cubicBezTo>
                        <a:pt x="1771" y="2282"/>
                        <a:pt x="2282" y="1771"/>
                        <a:pt x="2282" y="1141"/>
                      </a:cubicBezTo>
                      <a:cubicBezTo>
                        <a:pt x="2282" y="511"/>
                        <a:pt x="1771" y="0"/>
                        <a:pt x="1142" y="0"/>
                      </a:cubicBez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</p:grpSp>
        <p:sp>
          <p:nvSpPr>
            <p:cNvPr id="100" name="Google Shape;100;p3"/>
            <p:cNvSpPr/>
            <p:nvPr/>
          </p:nvSpPr>
          <p:spPr>
            <a:xfrm rot="157512">
              <a:off x="8799542" y="3225845"/>
              <a:ext cx="57022" cy="57072"/>
            </a:xfrm>
            <a:custGeom>
              <a:avLst/>
              <a:gdLst/>
              <a:ahLst/>
              <a:cxnLst/>
              <a:rect l="l" t="t" r="r" b="b"/>
              <a:pathLst>
                <a:path w="2281" h="2283" extrusionOk="0">
                  <a:moveTo>
                    <a:pt x="1141" y="1"/>
                  </a:moveTo>
                  <a:cubicBezTo>
                    <a:pt x="511" y="1"/>
                    <a:pt x="0" y="512"/>
                    <a:pt x="0" y="1142"/>
                  </a:cubicBezTo>
                  <a:cubicBezTo>
                    <a:pt x="0" y="1772"/>
                    <a:pt x="511" y="2283"/>
                    <a:pt x="1141" y="2283"/>
                  </a:cubicBezTo>
                  <a:cubicBezTo>
                    <a:pt x="1771" y="2283"/>
                    <a:pt x="2281" y="1772"/>
                    <a:pt x="2281" y="1142"/>
                  </a:cubicBezTo>
                  <a:cubicBezTo>
                    <a:pt x="2281" y="512"/>
                    <a:pt x="1771" y="1"/>
                    <a:pt x="1141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1" name="Google Shape;101;p3"/>
            <p:cNvSpPr/>
            <p:nvPr/>
          </p:nvSpPr>
          <p:spPr>
            <a:xfrm rot="157512">
              <a:off x="5710335" y="4761896"/>
              <a:ext cx="57072" cy="57072"/>
            </a:xfrm>
            <a:custGeom>
              <a:avLst/>
              <a:gdLst/>
              <a:ahLst/>
              <a:cxnLst/>
              <a:rect l="l" t="t" r="r" b="b"/>
              <a:pathLst>
                <a:path w="2283" h="2283" extrusionOk="0">
                  <a:moveTo>
                    <a:pt x="1141" y="1"/>
                  </a:moveTo>
                  <a:cubicBezTo>
                    <a:pt x="511" y="1"/>
                    <a:pt x="0" y="511"/>
                    <a:pt x="0" y="1142"/>
                  </a:cubicBezTo>
                  <a:cubicBezTo>
                    <a:pt x="0" y="1772"/>
                    <a:pt x="511" y="2283"/>
                    <a:pt x="1141" y="2283"/>
                  </a:cubicBezTo>
                  <a:cubicBezTo>
                    <a:pt x="1771" y="2283"/>
                    <a:pt x="2282" y="1772"/>
                    <a:pt x="2282" y="1142"/>
                  </a:cubicBezTo>
                  <a:cubicBezTo>
                    <a:pt x="2282" y="511"/>
                    <a:pt x="1771" y="1"/>
                    <a:pt x="1141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2" name="Google Shape;102;p3"/>
            <p:cNvSpPr/>
            <p:nvPr/>
          </p:nvSpPr>
          <p:spPr>
            <a:xfrm rot="157512">
              <a:off x="7885492" y="4168682"/>
              <a:ext cx="57047" cy="57047"/>
            </a:xfrm>
            <a:custGeom>
              <a:avLst/>
              <a:gdLst/>
              <a:ahLst/>
              <a:cxnLst/>
              <a:rect l="l" t="t" r="r" b="b"/>
              <a:pathLst>
                <a:path w="2282" h="2282" extrusionOk="0">
                  <a:moveTo>
                    <a:pt x="1141" y="0"/>
                  </a:moveTo>
                  <a:cubicBezTo>
                    <a:pt x="511" y="0"/>
                    <a:pt x="0" y="511"/>
                    <a:pt x="0" y="1141"/>
                  </a:cubicBezTo>
                  <a:cubicBezTo>
                    <a:pt x="0" y="1770"/>
                    <a:pt x="511" y="2281"/>
                    <a:pt x="1141" y="2281"/>
                  </a:cubicBezTo>
                  <a:cubicBezTo>
                    <a:pt x="1772" y="2281"/>
                    <a:pt x="2281" y="1770"/>
                    <a:pt x="2281" y="1141"/>
                  </a:cubicBezTo>
                  <a:cubicBezTo>
                    <a:pt x="2281" y="511"/>
                    <a:pt x="1772" y="0"/>
                    <a:pt x="1141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5"/>
          <p:cNvSpPr txBox="1">
            <a:spLocks noGrp="1"/>
          </p:cNvSpPr>
          <p:nvPr>
            <p:ph type="title"/>
          </p:nvPr>
        </p:nvSpPr>
        <p:spPr>
          <a:xfrm>
            <a:off x="720000" y="539500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9pPr>
          </a:lstStyle>
          <a:p>
            <a:endParaRPr/>
          </a:p>
        </p:txBody>
      </p:sp>
      <p:sp>
        <p:nvSpPr>
          <p:cNvPr id="108" name="Google Shape;108;p5"/>
          <p:cNvSpPr txBox="1">
            <a:spLocks noGrp="1"/>
          </p:cNvSpPr>
          <p:nvPr>
            <p:ph type="subTitle" idx="1"/>
          </p:nvPr>
        </p:nvSpPr>
        <p:spPr>
          <a:xfrm>
            <a:off x="5055188" y="3185018"/>
            <a:ext cx="2505600" cy="1119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400" b="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109" name="Google Shape;109;p5"/>
          <p:cNvSpPr txBox="1">
            <a:spLocks noGrp="1"/>
          </p:cNvSpPr>
          <p:nvPr>
            <p:ph type="subTitle" idx="2"/>
          </p:nvPr>
        </p:nvSpPr>
        <p:spPr>
          <a:xfrm>
            <a:off x="1583213" y="3184997"/>
            <a:ext cx="2505600" cy="1115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400" b="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110" name="Google Shape;110;p5"/>
          <p:cNvSpPr txBox="1">
            <a:spLocks noGrp="1"/>
          </p:cNvSpPr>
          <p:nvPr>
            <p:ph type="subTitle" idx="3"/>
          </p:nvPr>
        </p:nvSpPr>
        <p:spPr>
          <a:xfrm>
            <a:off x="5055188" y="2727841"/>
            <a:ext cx="2505600" cy="457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100">
                <a:solidFill>
                  <a:schemeClr val="dk1"/>
                </a:solidFill>
                <a:latin typeface="Montserrat Black"/>
                <a:ea typeface="Montserrat Black"/>
                <a:cs typeface="Montserrat Black"/>
                <a:sym typeface="Montserrat Black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endParaRPr/>
          </a:p>
        </p:txBody>
      </p:sp>
      <p:sp>
        <p:nvSpPr>
          <p:cNvPr id="111" name="Google Shape;111;p5"/>
          <p:cNvSpPr txBox="1">
            <a:spLocks noGrp="1"/>
          </p:cNvSpPr>
          <p:nvPr>
            <p:ph type="subTitle" idx="4"/>
          </p:nvPr>
        </p:nvSpPr>
        <p:spPr>
          <a:xfrm>
            <a:off x="1583213" y="2727841"/>
            <a:ext cx="2505600" cy="457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100">
                <a:solidFill>
                  <a:schemeClr val="dk1"/>
                </a:solidFill>
                <a:latin typeface="Montserrat Black"/>
                <a:ea typeface="Montserrat Black"/>
                <a:cs typeface="Montserrat Black"/>
                <a:sym typeface="Montserrat Black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endParaRPr/>
          </a:p>
        </p:txBody>
      </p:sp>
      <p:grpSp>
        <p:nvGrpSpPr>
          <p:cNvPr id="112" name="Google Shape;112;p5"/>
          <p:cNvGrpSpPr/>
          <p:nvPr/>
        </p:nvGrpSpPr>
        <p:grpSpPr>
          <a:xfrm>
            <a:off x="7421542" y="-507956"/>
            <a:ext cx="2532725" cy="1881750"/>
            <a:chOff x="7221517" y="-507956"/>
            <a:chExt cx="2532725" cy="1881750"/>
          </a:xfrm>
        </p:grpSpPr>
        <p:sp>
          <p:nvSpPr>
            <p:cNvPr id="113" name="Google Shape;113;p5"/>
            <p:cNvSpPr/>
            <p:nvPr/>
          </p:nvSpPr>
          <p:spPr>
            <a:xfrm rot="-157512" flipH="1">
              <a:off x="8467712" y="47987"/>
              <a:ext cx="57072" cy="57047"/>
            </a:xfrm>
            <a:custGeom>
              <a:avLst/>
              <a:gdLst/>
              <a:ahLst/>
              <a:cxnLst/>
              <a:rect l="l" t="t" r="r" b="b"/>
              <a:pathLst>
                <a:path w="2283" h="2282" extrusionOk="0">
                  <a:moveTo>
                    <a:pt x="1141" y="1"/>
                  </a:moveTo>
                  <a:cubicBezTo>
                    <a:pt x="511" y="1"/>
                    <a:pt x="0" y="512"/>
                    <a:pt x="0" y="1142"/>
                  </a:cubicBezTo>
                  <a:cubicBezTo>
                    <a:pt x="0" y="1771"/>
                    <a:pt x="511" y="2282"/>
                    <a:pt x="1141" y="2282"/>
                  </a:cubicBezTo>
                  <a:cubicBezTo>
                    <a:pt x="1771" y="2282"/>
                    <a:pt x="2282" y="1771"/>
                    <a:pt x="2282" y="1142"/>
                  </a:cubicBezTo>
                  <a:cubicBezTo>
                    <a:pt x="2282" y="512"/>
                    <a:pt x="1771" y="1"/>
                    <a:pt x="1141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4" name="Google Shape;114;p5"/>
            <p:cNvSpPr/>
            <p:nvPr/>
          </p:nvSpPr>
          <p:spPr>
            <a:xfrm rot="-157512" flipH="1">
              <a:off x="8489459" y="-461709"/>
              <a:ext cx="650192" cy="721064"/>
            </a:xfrm>
            <a:custGeom>
              <a:avLst/>
              <a:gdLst/>
              <a:ahLst/>
              <a:cxnLst/>
              <a:rect l="l" t="t" r="r" b="b"/>
              <a:pathLst>
                <a:path w="26009" h="28844" fill="none" extrusionOk="0">
                  <a:moveTo>
                    <a:pt x="26008" y="20743"/>
                  </a:moveTo>
                  <a:lnTo>
                    <a:pt x="24980" y="6321"/>
                  </a:lnTo>
                  <a:lnTo>
                    <a:pt x="11976" y="0"/>
                  </a:lnTo>
                  <a:lnTo>
                    <a:pt x="0" y="8101"/>
                  </a:lnTo>
                  <a:lnTo>
                    <a:pt x="1028" y="22524"/>
                  </a:lnTo>
                  <a:lnTo>
                    <a:pt x="14033" y="28844"/>
                  </a:lnTo>
                  <a:close/>
                </a:path>
              </a:pathLst>
            </a:custGeom>
            <a:noFill/>
            <a:ln w="7725" cap="flat" cmpd="sng">
              <a:solidFill>
                <a:schemeClr val="dk2"/>
              </a:solidFill>
              <a:prstDash val="solid"/>
              <a:miter lim="102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5" name="Google Shape;115;p5"/>
            <p:cNvSpPr/>
            <p:nvPr/>
          </p:nvSpPr>
          <p:spPr>
            <a:xfrm rot="-157512" flipH="1">
              <a:off x="7863600" y="-477589"/>
              <a:ext cx="650167" cy="721114"/>
            </a:xfrm>
            <a:custGeom>
              <a:avLst/>
              <a:gdLst/>
              <a:ahLst/>
              <a:cxnLst/>
              <a:rect l="l" t="t" r="r" b="b"/>
              <a:pathLst>
                <a:path w="26008" h="28846" fill="none" extrusionOk="0">
                  <a:moveTo>
                    <a:pt x="26008" y="20743"/>
                  </a:moveTo>
                  <a:lnTo>
                    <a:pt x="24980" y="6321"/>
                  </a:lnTo>
                  <a:lnTo>
                    <a:pt x="11975" y="1"/>
                  </a:lnTo>
                  <a:lnTo>
                    <a:pt x="0" y="8103"/>
                  </a:lnTo>
                  <a:lnTo>
                    <a:pt x="1028" y="22525"/>
                  </a:lnTo>
                  <a:lnTo>
                    <a:pt x="14032" y="28845"/>
                  </a:lnTo>
                  <a:close/>
                </a:path>
              </a:pathLst>
            </a:custGeom>
            <a:noFill/>
            <a:ln w="7725" cap="flat" cmpd="sng">
              <a:solidFill>
                <a:schemeClr val="dk2"/>
              </a:solidFill>
              <a:prstDash val="solid"/>
              <a:miter lim="102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6" name="Google Shape;116;p5"/>
            <p:cNvSpPr/>
            <p:nvPr/>
          </p:nvSpPr>
          <p:spPr>
            <a:xfrm rot="-157512" flipH="1">
              <a:off x="7237690" y="-493444"/>
              <a:ext cx="650217" cy="721114"/>
            </a:xfrm>
            <a:custGeom>
              <a:avLst/>
              <a:gdLst/>
              <a:ahLst/>
              <a:cxnLst/>
              <a:rect l="l" t="t" r="r" b="b"/>
              <a:pathLst>
                <a:path w="26010" h="28846" fill="none" extrusionOk="0">
                  <a:moveTo>
                    <a:pt x="26010" y="20743"/>
                  </a:moveTo>
                  <a:lnTo>
                    <a:pt x="24981" y="6321"/>
                  </a:lnTo>
                  <a:lnTo>
                    <a:pt x="11976" y="0"/>
                  </a:lnTo>
                  <a:lnTo>
                    <a:pt x="1" y="8102"/>
                  </a:lnTo>
                  <a:lnTo>
                    <a:pt x="1029" y="22524"/>
                  </a:lnTo>
                  <a:lnTo>
                    <a:pt x="14033" y="28845"/>
                  </a:lnTo>
                  <a:close/>
                </a:path>
              </a:pathLst>
            </a:custGeom>
            <a:noFill/>
            <a:ln w="7725" cap="flat" cmpd="sng">
              <a:solidFill>
                <a:schemeClr val="dk2"/>
              </a:solidFill>
              <a:prstDash val="solid"/>
              <a:miter lim="102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7" name="Google Shape;117;p5"/>
            <p:cNvSpPr/>
            <p:nvPr/>
          </p:nvSpPr>
          <p:spPr>
            <a:xfrm rot="-157512" flipH="1">
              <a:off x="8788681" y="88254"/>
              <a:ext cx="650192" cy="721064"/>
            </a:xfrm>
            <a:custGeom>
              <a:avLst/>
              <a:gdLst/>
              <a:ahLst/>
              <a:cxnLst/>
              <a:rect l="l" t="t" r="r" b="b"/>
              <a:pathLst>
                <a:path w="26009" h="28844" fill="none" extrusionOk="0">
                  <a:moveTo>
                    <a:pt x="26009" y="20743"/>
                  </a:moveTo>
                  <a:lnTo>
                    <a:pt x="24981" y="6320"/>
                  </a:lnTo>
                  <a:lnTo>
                    <a:pt x="11976" y="0"/>
                  </a:lnTo>
                  <a:lnTo>
                    <a:pt x="1" y="8101"/>
                  </a:lnTo>
                  <a:lnTo>
                    <a:pt x="1029" y="22523"/>
                  </a:lnTo>
                  <a:lnTo>
                    <a:pt x="14033" y="28844"/>
                  </a:lnTo>
                  <a:close/>
                </a:path>
              </a:pathLst>
            </a:custGeom>
            <a:noFill/>
            <a:ln w="7725" cap="flat" cmpd="sng">
              <a:solidFill>
                <a:schemeClr val="dk2"/>
              </a:solidFill>
              <a:prstDash val="solid"/>
              <a:miter lim="102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8" name="Google Shape;118;p5"/>
            <p:cNvSpPr/>
            <p:nvPr/>
          </p:nvSpPr>
          <p:spPr>
            <a:xfrm rot="-157512" flipH="1">
              <a:off x="8162796" y="72374"/>
              <a:ext cx="650192" cy="721114"/>
            </a:xfrm>
            <a:custGeom>
              <a:avLst/>
              <a:gdLst/>
              <a:ahLst/>
              <a:cxnLst/>
              <a:rect l="l" t="t" r="r" b="b"/>
              <a:pathLst>
                <a:path w="26009" h="28846" fill="none" extrusionOk="0">
                  <a:moveTo>
                    <a:pt x="26008" y="20743"/>
                  </a:moveTo>
                  <a:lnTo>
                    <a:pt x="24980" y="6321"/>
                  </a:lnTo>
                  <a:lnTo>
                    <a:pt x="11976" y="1"/>
                  </a:lnTo>
                  <a:lnTo>
                    <a:pt x="1" y="8102"/>
                  </a:lnTo>
                  <a:lnTo>
                    <a:pt x="1029" y="22525"/>
                  </a:lnTo>
                  <a:lnTo>
                    <a:pt x="14033" y="28845"/>
                  </a:lnTo>
                  <a:close/>
                </a:path>
              </a:pathLst>
            </a:custGeom>
            <a:noFill/>
            <a:ln w="7725" cap="flat" cmpd="sng">
              <a:solidFill>
                <a:schemeClr val="dk2"/>
              </a:solidFill>
              <a:prstDash val="solid"/>
              <a:miter lim="102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9" name="Google Shape;119;p5"/>
            <p:cNvSpPr/>
            <p:nvPr/>
          </p:nvSpPr>
          <p:spPr>
            <a:xfrm rot="-157512" flipH="1">
              <a:off x="9087877" y="638193"/>
              <a:ext cx="650192" cy="721089"/>
            </a:xfrm>
            <a:custGeom>
              <a:avLst/>
              <a:gdLst/>
              <a:ahLst/>
              <a:cxnLst/>
              <a:rect l="l" t="t" r="r" b="b"/>
              <a:pathLst>
                <a:path w="26009" h="28845" fill="none" extrusionOk="0">
                  <a:moveTo>
                    <a:pt x="26008" y="20744"/>
                  </a:moveTo>
                  <a:lnTo>
                    <a:pt x="24980" y="6321"/>
                  </a:lnTo>
                  <a:lnTo>
                    <a:pt x="11976" y="0"/>
                  </a:lnTo>
                  <a:lnTo>
                    <a:pt x="0" y="8102"/>
                  </a:lnTo>
                  <a:lnTo>
                    <a:pt x="1028" y="22524"/>
                  </a:lnTo>
                  <a:lnTo>
                    <a:pt x="14033" y="28845"/>
                  </a:lnTo>
                  <a:close/>
                </a:path>
              </a:pathLst>
            </a:custGeom>
            <a:noFill/>
            <a:ln w="7725" cap="flat" cmpd="sng">
              <a:solidFill>
                <a:schemeClr val="dk2"/>
              </a:solidFill>
              <a:prstDash val="solid"/>
              <a:miter lim="102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0" name="Google Shape;120;p5"/>
            <p:cNvSpPr/>
            <p:nvPr/>
          </p:nvSpPr>
          <p:spPr>
            <a:xfrm rot="-157512" flipH="1">
              <a:off x="7525463" y="193693"/>
              <a:ext cx="57047" cy="57047"/>
            </a:xfrm>
            <a:custGeom>
              <a:avLst/>
              <a:gdLst/>
              <a:ahLst/>
              <a:cxnLst/>
              <a:rect l="l" t="t" r="r" b="b"/>
              <a:pathLst>
                <a:path w="2282" h="2282" extrusionOk="0">
                  <a:moveTo>
                    <a:pt x="1140" y="0"/>
                  </a:moveTo>
                  <a:cubicBezTo>
                    <a:pt x="511" y="0"/>
                    <a:pt x="0" y="511"/>
                    <a:pt x="0" y="1141"/>
                  </a:cubicBezTo>
                  <a:cubicBezTo>
                    <a:pt x="0" y="1771"/>
                    <a:pt x="510" y="2281"/>
                    <a:pt x="1140" y="2281"/>
                  </a:cubicBezTo>
                  <a:cubicBezTo>
                    <a:pt x="1771" y="2281"/>
                    <a:pt x="2281" y="1771"/>
                    <a:pt x="2281" y="1141"/>
                  </a:cubicBezTo>
                  <a:cubicBezTo>
                    <a:pt x="2281" y="511"/>
                    <a:pt x="1771" y="0"/>
                    <a:pt x="1140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1" name="Google Shape;121;p5"/>
            <p:cNvSpPr/>
            <p:nvPr/>
          </p:nvSpPr>
          <p:spPr>
            <a:xfrm rot="-157512" flipH="1">
              <a:off x="9076066" y="781639"/>
              <a:ext cx="57072" cy="57047"/>
            </a:xfrm>
            <a:custGeom>
              <a:avLst/>
              <a:gdLst/>
              <a:ahLst/>
              <a:cxnLst/>
              <a:rect l="l" t="t" r="r" b="b"/>
              <a:pathLst>
                <a:path w="2283" h="2282" extrusionOk="0">
                  <a:moveTo>
                    <a:pt x="1141" y="1"/>
                  </a:moveTo>
                  <a:cubicBezTo>
                    <a:pt x="511" y="1"/>
                    <a:pt x="0" y="511"/>
                    <a:pt x="0" y="1141"/>
                  </a:cubicBezTo>
                  <a:cubicBezTo>
                    <a:pt x="0" y="1771"/>
                    <a:pt x="511" y="2282"/>
                    <a:pt x="1141" y="2282"/>
                  </a:cubicBezTo>
                  <a:cubicBezTo>
                    <a:pt x="1771" y="2282"/>
                    <a:pt x="2282" y="1771"/>
                    <a:pt x="2282" y="1141"/>
                  </a:cubicBezTo>
                  <a:cubicBezTo>
                    <a:pt x="2282" y="511"/>
                    <a:pt x="1771" y="1"/>
                    <a:pt x="1141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2" name="Google Shape;122;p5"/>
            <p:cNvSpPr/>
            <p:nvPr/>
          </p:nvSpPr>
          <p:spPr>
            <a:xfrm rot="-157512" flipH="1">
              <a:off x="9692804" y="1158867"/>
              <a:ext cx="57072" cy="57047"/>
            </a:xfrm>
            <a:custGeom>
              <a:avLst/>
              <a:gdLst/>
              <a:ahLst/>
              <a:cxnLst/>
              <a:rect l="l" t="t" r="r" b="b"/>
              <a:pathLst>
                <a:path w="2283" h="2282" extrusionOk="0">
                  <a:moveTo>
                    <a:pt x="1141" y="0"/>
                  </a:moveTo>
                  <a:cubicBezTo>
                    <a:pt x="511" y="0"/>
                    <a:pt x="0" y="510"/>
                    <a:pt x="0" y="1140"/>
                  </a:cubicBezTo>
                  <a:cubicBezTo>
                    <a:pt x="0" y="1770"/>
                    <a:pt x="511" y="2281"/>
                    <a:pt x="1141" y="2281"/>
                  </a:cubicBezTo>
                  <a:cubicBezTo>
                    <a:pt x="1771" y="2281"/>
                    <a:pt x="2282" y="1770"/>
                    <a:pt x="2282" y="1140"/>
                  </a:cubicBezTo>
                  <a:cubicBezTo>
                    <a:pt x="2282" y="510"/>
                    <a:pt x="1771" y="0"/>
                    <a:pt x="1141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23" name="Google Shape;123;p5"/>
          <p:cNvGrpSpPr/>
          <p:nvPr/>
        </p:nvGrpSpPr>
        <p:grpSpPr>
          <a:xfrm>
            <a:off x="-884258" y="4092619"/>
            <a:ext cx="2532725" cy="1881750"/>
            <a:chOff x="7221517" y="-507956"/>
            <a:chExt cx="2532725" cy="1881750"/>
          </a:xfrm>
        </p:grpSpPr>
        <p:sp>
          <p:nvSpPr>
            <p:cNvPr id="124" name="Google Shape;124;p5"/>
            <p:cNvSpPr/>
            <p:nvPr/>
          </p:nvSpPr>
          <p:spPr>
            <a:xfrm rot="-157512" flipH="1">
              <a:off x="8467712" y="47987"/>
              <a:ext cx="57072" cy="57047"/>
            </a:xfrm>
            <a:custGeom>
              <a:avLst/>
              <a:gdLst/>
              <a:ahLst/>
              <a:cxnLst/>
              <a:rect l="l" t="t" r="r" b="b"/>
              <a:pathLst>
                <a:path w="2283" h="2282" extrusionOk="0">
                  <a:moveTo>
                    <a:pt x="1141" y="1"/>
                  </a:moveTo>
                  <a:cubicBezTo>
                    <a:pt x="511" y="1"/>
                    <a:pt x="0" y="512"/>
                    <a:pt x="0" y="1142"/>
                  </a:cubicBezTo>
                  <a:cubicBezTo>
                    <a:pt x="0" y="1771"/>
                    <a:pt x="511" y="2282"/>
                    <a:pt x="1141" y="2282"/>
                  </a:cubicBezTo>
                  <a:cubicBezTo>
                    <a:pt x="1771" y="2282"/>
                    <a:pt x="2282" y="1771"/>
                    <a:pt x="2282" y="1142"/>
                  </a:cubicBezTo>
                  <a:cubicBezTo>
                    <a:pt x="2282" y="512"/>
                    <a:pt x="1771" y="1"/>
                    <a:pt x="1141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5" name="Google Shape;125;p5"/>
            <p:cNvSpPr/>
            <p:nvPr/>
          </p:nvSpPr>
          <p:spPr>
            <a:xfrm rot="-157512" flipH="1">
              <a:off x="8489459" y="-461709"/>
              <a:ext cx="650192" cy="721064"/>
            </a:xfrm>
            <a:custGeom>
              <a:avLst/>
              <a:gdLst/>
              <a:ahLst/>
              <a:cxnLst/>
              <a:rect l="l" t="t" r="r" b="b"/>
              <a:pathLst>
                <a:path w="26009" h="28844" fill="none" extrusionOk="0">
                  <a:moveTo>
                    <a:pt x="26008" y="20743"/>
                  </a:moveTo>
                  <a:lnTo>
                    <a:pt x="24980" y="6321"/>
                  </a:lnTo>
                  <a:lnTo>
                    <a:pt x="11976" y="0"/>
                  </a:lnTo>
                  <a:lnTo>
                    <a:pt x="0" y="8101"/>
                  </a:lnTo>
                  <a:lnTo>
                    <a:pt x="1028" y="22524"/>
                  </a:lnTo>
                  <a:lnTo>
                    <a:pt x="14033" y="28844"/>
                  </a:lnTo>
                  <a:close/>
                </a:path>
              </a:pathLst>
            </a:custGeom>
            <a:noFill/>
            <a:ln w="7725" cap="flat" cmpd="sng">
              <a:solidFill>
                <a:schemeClr val="dk2"/>
              </a:solidFill>
              <a:prstDash val="solid"/>
              <a:miter lim="102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6" name="Google Shape;126;p5"/>
            <p:cNvSpPr/>
            <p:nvPr/>
          </p:nvSpPr>
          <p:spPr>
            <a:xfrm rot="-157512" flipH="1">
              <a:off x="7863600" y="-477589"/>
              <a:ext cx="650167" cy="721114"/>
            </a:xfrm>
            <a:custGeom>
              <a:avLst/>
              <a:gdLst/>
              <a:ahLst/>
              <a:cxnLst/>
              <a:rect l="l" t="t" r="r" b="b"/>
              <a:pathLst>
                <a:path w="26008" h="28846" fill="none" extrusionOk="0">
                  <a:moveTo>
                    <a:pt x="26008" y="20743"/>
                  </a:moveTo>
                  <a:lnTo>
                    <a:pt x="24980" y="6321"/>
                  </a:lnTo>
                  <a:lnTo>
                    <a:pt x="11975" y="1"/>
                  </a:lnTo>
                  <a:lnTo>
                    <a:pt x="0" y="8103"/>
                  </a:lnTo>
                  <a:lnTo>
                    <a:pt x="1028" y="22525"/>
                  </a:lnTo>
                  <a:lnTo>
                    <a:pt x="14032" y="28845"/>
                  </a:lnTo>
                  <a:close/>
                </a:path>
              </a:pathLst>
            </a:custGeom>
            <a:noFill/>
            <a:ln w="7725" cap="flat" cmpd="sng">
              <a:solidFill>
                <a:schemeClr val="dk2"/>
              </a:solidFill>
              <a:prstDash val="solid"/>
              <a:miter lim="102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7" name="Google Shape;127;p5"/>
            <p:cNvSpPr/>
            <p:nvPr/>
          </p:nvSpPr>
          <p:spPr>
            <a:xfrm rot="-157512" flipH="1">
              <a:off x="7237690" y="-493444"/>
              <a:ext cx="650217" cy="721114"/>
            </a:xfrm>
            <a:custGeom>
              <a:avLst/>
              <a:gdLst/>
              <a:ahLst/>
              <a:cxnLst/>
              <a:rect l="l" t="t" r="r" b="b"/>
              <a:pathLst>
                <a:path w="26010" h="28846" fill="none" extrusionOk="0">
                  <a:moveTo>
                    <a:pt x="26010" y="20743"/>
                  </a:moveTo>
                  <a:lnTo>
                    <a:pt x="24981" y="6321"/>
                  </a:lnTo>
                  <a:lnTo>
                    <a:pt x="11976" y="0"/>
                  </a:lnTo>
                  <a:lnTo>
                    <a:pt x="1" y="8102"/>
                  </a:lnTo>
                  <a:lnTo>
                    <a:pt x="1029" y="22524"/>
                  </a:lnTo>
                  <a:lnTo>
                    <a:pt x="14033" y="28845"/>
                  </a:lnTo>
                  <a:close/>
                </a:path>
              </a:pathLst>
            </a:custGeom>
            <a:noFill/>
            <a:ln w="7725" cap="flat" cmpd="sng">
              <a:solidFill>
                <a:schemeClr val="dk2"/>
              </a:solidFill>
              <a:prstDash val="solid"/>
              <a:miter lim="102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8" name="Google Shape;128;p5"/>
            <p:cNvSpPr/>
            <p:nvPr/>
          </p:nvSpPr>
          <p:spPr>
            <a:xfrm rot="-157512" flipH="1">
              <a:off x="8788681" y="88254"/>
              <a:ext cx="650192" cy="721064"/>
            </a:xfrm>
            <a:custGeom>
              <a:avLst/>
              <a:gdLst/>
              <a:ahLst/>
              <a:cxnLst/>
              <a:rect l="l" t="t" r="r" b="b"/>
              <a:pathLst>
                <a:path w="26009" h="28844" fill="none" extrusionOk="0">
                  <a:moveTo>
                    <a:pt x="26009" y="20743"/>
                  </a:moveTo>
                  <a:lnTo>
                    <a:pt x="24981" y="6320"/>
                  </a:lnTo>
                  <a:lnTo>
                    <a:pt x="11976" y="0"/>
                  </a:lnTo>
                  <a:lnTo>
                    <a:pt x="1" y="8101"/>
                  </a:lnTo>
                  <a:lnTo>
                    <a:pt x="1029" y="22523"/>
                  </a:lnTo>
                  <a:lnTo>
                    <a:pt x="14033" y="28844"/>
                  </a:lnTo>
                  <a:close/>
                </a:path>
              </a:pathLst>
            </a:custGeom>
            <a:noFill/>
            <a:ln w="7725" cap="flat" cmpd="sng">
              <a:solidFill>
                <a:schemeClr val="dk2"/>
              </a:solidFill>
              <a:prstDash val="solid"/>
              <a:miter lim="102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9" name="Google Shape;129;p5"/>
            <p:cNvSpPr/>
            <p:nvPr/>
          </p:nvSpPr>
          <p:spPr>
            <a:xfrm rot="-157512" flipH="1">
              <a:off x="8162796" y="72374"/>
              <a:ext cx="650192" cy="721114"/>
            </a:xfrm>
            <a:custGeom>
              <a:avLst/>
              <a:gdLst/>
              <a:ahLst/>
              <a:cxnLst/>
              <a:rect l="l" t="t" r="r" b="b"/>
              <a:pathLst>
                <a:path w="26009" h="28846" fill="none" extrusionOk="0">
                  <a:moveTo>
                    <a:pt x="26008" y="20743"/>
                  </a:moveTo>
                  <a:lnTo>
                    <a:pt x="24980" y="6321"/>
                  </a:lnTo>
                  <a:lnTo>
                    <a:pt x="11976" y="1"/>
                  </a:lnTo>
                  <a:lnTo>
                    <a:pt x="1" y="8102"/>
                  </a:lnTo>
                  <a:lnTo>
                    <a:pt x="1029" y="22525"/>
                  </a:lnTo>
                  <a:lnTo>
                    <a:pt x="14033" y="28845"/>
                  </a:lnTo>
                  <a:close/>
                </a:path>
              </a:pathLst>
            </a:custGeom>
            <a:noFill/>
            <a:ln w="7725" cap="flat" cmpd="sng">
              <a:solidFill>
                <a:schemeClr val="dk2"/>
              </a:solidFill>
              <a:prstDash val="solid"/>
              <a:miter lim="102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0" name="Google Shape;130;p5"/>
            <p:cNvSpPr/>
            <p:nvPr/>
          </p:nvSpPr>
          <p:spPr>
            <a:xfrm rot="-157512" flipH="1">
              <a:off x="9087877" y="638193"/>
              <a:ext cx="650192" cy="721089"/>
            </a:xfrm>
            <a:custGeom>
              <a:avLst/>
              <a:gdLst/>
              <a:ahLst/>
              <a:cxnLst/>
              <a:rect l="l" t="t" r="r" b="b"/>
              <a:pathLst>
                <a:path w="26009" h="28845" fill="none" extrusionOk="0">
                  <a:moveTo>
                    <a:pt x="26008" y="20744"/>
                  </a:moveTo>
                  <a:lnTo>
                    <a:pt x="24980" y="6321"/>
                  </a:lnTo>
                  <a:lnTo>
                    <a:pt x="11976" y="0"/>
                  </a:lnTo>
                  <a:lnTo>
                    <a:pt x="0" y="8102"/>
                  </a:lnTo>
                  <a:lnTo>
                    <a:pt x="1028" y="22524"/>
                  </a:lnTo>
                  <a:lnTo>
                    <a:pt x="14033" y="28845"/>
                  </a:lnTo>
                  <a:close/>
                </a:path>
              </a:pathLst>
            </a:custGeom>
            <a:noFill/>
            <a:ln w="7725" cap="flat" cmpd="sng">
              <a:solidFill>
                <a:schemeClr val="dk2"/>
              </a:solidFill>
              <a:prstDash val="solid"/>
              <a:miter lim="102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1" name="Google Shape;131;p5"/>
            <p:cNvSpPr/>
            <p:nvPr/>
          </p:nvSpPr>
          <p:spPr>
            <a:xfrm rot="-157512" flipH="1">
              <a:off x="7525463" y="193693"/>
              <a:ext cx="57047" cy="57047"/>
            </a:xfrm>
            <a:custGeom>
              <a:avLst/>
              <a:gdLst/>
              <a:ahLst/>
              <a:cxnLst/>
              <a:rect l="l" t="t" r="r" b="b"/>
              <a:pathLst>
                <a:path w="2282" h="2282" extrusionOk="0">
                  <a:moveTo>
                    <a:pt x="1140" y="0"/>
                  </a:moveTo>
                  <a:cubicBezTo>
                    <a:pt x="511" y="0"/>
                    <a:pt x="0" y="511"/>
                    <a:pt x="0" y="1141"/>
                  </a:cubicBezTo>
                  <a:cubicBezTo>
                    <a:pt x="0" y="1771"/>
                    <a:pt x="510" y="2281"/>
                    <a:pt x="1140" y="2281"/>
                  </a:cubicBezTo>
                  <a:cubicBezTo>
                    <a:pt x="1771" y="2281"/>
                    <a:pt x="2281" y="1771"/>
                    <a:pt x="2281" y="1141"/>
                  </a:cubicBezTo>
                  <a:cubicBezTo>
                    <a:pt x="2281" y="511"/>
                    <a:pt x="1771" y="0"/>
                    <a:pt x="1140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2" name="Google Shape;132;p5"/>
            <p:cNvSpPr/>
            <p:nvPr/>
          </p:nvSpPr>
          <p:spPr>
            <a:xfrm rot="-157512" flipH="1">
              <a:off x="9076066" y="781639"/>
              <a:ext cx="57072" cy="57047"/>
            </a:xfrm>
            <a:custGeom>
              <a:avLst/>
              <a:gdLst/>
              <a:ahLst/>
              <a:cxnLst/>
              <a:rect l="l" t="t" r="r" b="b"/>
              <a:pathLst>
                <a:path w="2283" h="2282" extrusionOk="0">
                  <a:moveTo>
                    <a:pt x="1141" y="1"/>
                  </a:moveTo>
                  <a:cubicBezTo>
                    <a:pt x="511" y="1"/>
                    <a:pt x="0" y="511"/>
                    <a:pt x="0" y="1141"/>
                  </a:cubicBezTo>
                  <a:cubicBezTo>
                    <a:pt x="0" y="1771"/>
                    <a:pt x="511" y="2282"/>
                    <a:pt x="1141" y="2282"/>
                  </a:cubicBezTo>
                  <a:cubicBezTo>
                    <a:pt x="1771" y="2282"/>
                    <a:pt x="2282" y="1771"/>
                    <a:pt x="2282" y="1141"/>
                  </a:cubicBezTo>
                  <a:cubicBezTo>
                    <a:pt x="2282" y="511"/>
                    <a:pt x="1771" y="1"/>
                    <a:pt x="1141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3" name="Google Shape;133;p5"/>
            <p:cNvSpPr/>
            <p:nvPr/>
          </p:nvSpPr>
          <p:spPr>
            <a:xfrm rot="-157512" flipH="1">
              <a:off x="9692804" y="1158867"/>
              <a:ext cx="57072" cy="57047"/>
            </a:xfrm>
            <a:custGeom>
              <a:avLst/>
              <a:gdLst/>
              <a:ahLst/>
              <a:cxnLst/>
              <a:rect l="l" t="t" r="r" b="b"/>
              <a:pathLst>
                <a:path w="2283" h="2282" extrusionOk="0">
                  <a:moveTo>
                    <a:pt x="1141" y="0"/>
                  </a:moveTo>
                  <a:cubicBezTo>
                    <a:pt x="511" y="0"/>
                    <a:pt x="0" y="510"/>
                    <a:pt x="0" y="1140"/>
                  </a:cubicBezTo>
                  <a:cubicBezTo>
                    <a:pt x="0" y="1770"/>
                    <a:pt x="511" y="2281"/>
                    <a:pt x="1141" y="2281"/>
                  </a:cubicBezTo>
                  <a:cubicBezTo>
                    <a:pt x="1771" y="2281"/>
                    <a:pt x="2282" y="1770"/>
                    <a:pt x="2282" y="1140"/>
                  </a:cubicBezTo>
                  <a:cubicBezTo>
                    <a:pt x="2282" y="510"/>
                    <a:pt x="1771" y="0"/>
                    <a:pt x="1141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p6"/>
          <p:cNvSpPr txBox="1">
            <a:spLocks noGrp="1"/>
          </p:cNvSpPr>
          <p:nvPr>
            <p:ph type="title"/>
          </p:nvPr>
        </p:nvSpPr>
        <p:spPr>
          <a:xfrm>
            <a:off x="720000" y="539500"/>
            <a:ext cx="7704000" cy="576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p7"/>
          <p:cNvSpPr txBox="1">
            <a:spLocks noGrp="1"/>
          </p:cNvSpPr>
          <p:nvPr>
            <p:ph type="title"/>
          </p:nvPr>
        </p:nvSpPr>
        <p:spPr>
          <a:xfrm>
            <a:off x="4135975" y="1757900"/>
            <a:ext cx="4294800" cy="572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9pPr>
          </a:lstStyle>
          <a:p>
            <a:endParaRPr/>
          </a:p>
        </p:txBody>
      </p:sp>
      <p:sp>
        <p:nvSpPr>
          <p:cNvPr id="138" name="Google Shape;138;p7"/>
          <p:cNvSpPr txBox="1">
            <a:spLocks noGrp="1"/>
          </p:cNvSpPr>
          <p:nvPr>
            <p:ph type="subTitle" idx="1"/>
          </p:nvPr>
        </p:nvSpPr>
        <p:spPr>
          <a:xfrm>
            <a:off x="4135975" y="2330600"/>
            <a:ext cx="4294800" cy="1223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Font typeface="Nunito Light"/>
              <a:buChar char="●"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76A28"/>
              </a:buClr>
              <a:buSzPts val="1600"/>
              <a:buFont typeface="Nunito Light"/>
              <a:buChar char="○"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76A28"/>
              </a:buClr>
              <a:buSzPts val="1500"/>
              <a:buFont typeface="Nunito Light"/>
              <a:buChar char="■"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76A28"/>
              </a:buClr>
              <a:buSzPts val="1500"/>
              <a:buFont typeface="Nunito Light"/>
              <a:buChar char="●"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76A28"/>
              </a:buClr>
              <a:buSzPts val="1400"/>
              <a:buFont typeface="Nunito Light"/>
              <a:buChar char="○"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400"/>
              <a:buFont typeface="Nunito Light"/>
              <a:buChar char="■"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300"/>
              <a:buFont typeface="Nunito Light"/>
              <a:buChar char="●"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300"/>
              <a:buFont typeface="Nunito Light"/>
              <a:buChar char="○"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400"/>
              <a:buFont typeface="Nunito Light"/>
              <a:buChar char="■"/>
              <a:defRPr/>
            </a:lvl9pPr>
          </a:lstStyle>
          <a:p>
            <a:endParaRPr/>
          </a:p>
        </p:txBody>
      </p:sp>
      <p:grpSp>
        <p:nvGrpSpPr>
          <p:cNvPr id="139" name="Google Shape;139;p7"/>
          <p:cNvGrpSpPr/>
          <p:nvPr/>
        </p:nvGrpSpPr>
        <p:grpSpPr>
          <a:xfrm>
            <a:off x="5478864" y="2056701"/>
            <a:ext cx="5036265" cy="4113315"/>
            <a:chOff x="4780389" y="2513201"/>
            <a:chExt cx="5036265" cy="4113315"/>
          </a:xfrm>
        </p:grpSpPr>
        <p:grpSp>
          <p:nvGrpSpPr>
            <p:cNvPr id="140" name="Google Shape;140;p7"/>
            <p:cNvGrpSpPr/>
            <p:nvPr/>
          </p:nvGrpSpPr>
          <p:grpSpPr>
            <a:xfrm>
              <a:off x="4780389" y="2513201"/>
              <a:ext cx="5036265" cy="4113315"/>
              <a:chOff x="4673664" y="2214101"/>
              <a:chExt cx="5036265" cy="4113315"/>
            </a:xfrm>
          </p:grpSpPr>
          <p:sp>
            <p:nvSpPr>
              <p:cNvPr id="141" name="Google Shape;141;p7"/>
              <p:cNvSpPr/>
              <p:nvPr/>
            </p:nvSpPr>
            <p:spPr>
              <a:xfrm rot="157512">
                <a:off x="9047033" y="4559649"/>
                <a:ext cx="57072" cy="57047"/>
              </a:xfrm>
              <a:custGeom>
                <a:avLst/>
                <a:gdLst/>
                <a:ahLst/>
                <a:cxnLst/>
                <a:rect l="l" t="t" r="r" b="b"/>
                <a:pathLst>
                  <a:path w="2283" h="2282" extrusionOk="0">
                    <a:moveTo>
                      <a:pt x="1141" y="1"/>
                    </a:moveTo>
                    <a:cubicBezTo>
                      <a:pt x="511" y="1"/>
                      <a:pt x="0" y="512"/>
                      <a:pt x="0" y="1142"/>
                    </a:cubicBezTo>
                    <a:cubicBezTo>
                      <a:pt x="0" y="1771"/>
                      <a:pt x="511" y="2282"/>
                      <a:pt x="1141" y="2282"/>
                    </a:cubicBezTo>
                    <a:cubicBezTo>
                      <a:pt x="1771" y="2282"/>
                      <a:pt x="2282" y="1771"/>
                      <a:pt x="2282" y="1142"/>
                    </a:cubicBezTo>
                    <a:cubicBezTo>
                      <a:pt x="2282" y="512"/>
                      <a:pt x="1771" y="1"/>
                      <a:pt x="1141" y="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grpSp>
            <p:nvGrpSpPr>
              <p:cNvPr id="142" name="Google Shape;142;p7"/>
              <p:cNvGrpSpPr/>
              <p:nvPr/>
            </p:nvGrpSpPr>
            <p:grpSpPr>
              <a:xfrm>
                <a:off x="4673664" y="2214101"/>
                <a:ext cx="5036265" cy="4113315"/>
                <a:chOff x="4673664" y="2214101"/>
                <a:chExt cx="5036265" cy="4113315"/>
              </a:xfrm>
            </p:grpSpPr>
            <p:grpSp>
              <p:nvGrpSpPr>
                <p:cNvPr id="143" name="Google Shape;143;p7"/>
                <p:cNvGrpSpPr/>
                <p:nvPr/>
              </p:nvGrpSpPr>
              <p:grpSpPr>
                <a:xfrm>
                  <a:off x="4673664" y="2214101"/>
                  <a:ext cx="5036265" cy="4113315"/>
                  <a:chOff x="3825164" y="427026"/>
                  <a:chExt cx="5036265" cy="4113315"/>
                </a:xfrm>
              </p:grpSpPr>
              <p:sp>
                <p:nvSpPr>
                  <p:cNvPr id="144" name="Google Shape;144;p7"/>
                  <p:cNvSpPr/>
                  <p:nvPr/>
                </p:nvSpPr>
                <p:spPr>
                  <a:xfrm rot="157512">
                    <a:off x="6915828" y="473247"/>
                    <a:ext cx="650167" cy="72108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08" h="28845" fill="none" extrusionOk="0">
                        <a:moveTo>
                          <a:pt x="26008" y="20744"/>
                        </a:moveTo>
                        <a:lnTo>
                          <a:pt x="24980" y="6321"/>
                        </a:lnTo>
                        <a:lnTo>
                          <a:pt x="11976" y="1"/>
                        </a:lnTo>
                        <a:lnTo>
                          <a:pt x="0" y="8102"/>
                        </a:lnTo>
                        <a:lnTo>
                          <a:pt x="1028" y="22524"/>
                        </a:lnTo>
                        <a:lnTo>
                          <a:pt x="14032" y="28845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145" name="Google Shape;145;p7"/>
                  <p:cNvSpPr/>
                  <p:nvPr/>
                </p:nvSpPr>
                <p:spPr>
                  <a:xfrm rot="157512">
                    <a:off x="7541687" y="457392"/>
                    <a:ext cx="650192" cy="72111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09" h="28846" fill="none" extrusionOk="0">
                        <a:moveTo>
                          <a:pt x="26009" y="20743"/>
                        </a:moveTo>
                        <a:lnTo>
                          <a:pt x="24981" y="6321"/>
                        </a:lnTo>
                        <a:lnTo>
                          <a:pt x="11976" y="1"/>
                        </a:lnTo>
                        <a:lnTo>
                          <a:pt x="1" y="8102"/>
                        </a:lnTo>
                        <a:lnTo>
                          <a:pt x="1029" y="22525"/>
                        </a:lnTo>
                        <a:lnTo>
                          <a:pt x="14033" y="28845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146" name="Google Shape;146;p7"/>
                  <p:cNvSpPr/>
                  <p:nvPr/>
                </p:nvSpPr>
                <p:spPr>
                  <a:xfrm rot="157512">
                    <a:off x="8167572" y="441537"/>
                    <a:ext cx="650192" cy="72108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09" h="28845" fill="none" extrusionOk="0">
                        <a:moveTo>
                          <a:pt x="26008" y="20743"/>
                        </a:moveTo>
                        <a:lnTo>
                          <a:pt x="24980" y="6321"/>
                        </a:lnTo>
                        <a:lnTo>
                          <a:pt x="11976" y="0"/>
                        </a:lnTo>
                        <a:lnTo>
                          <a:pt x="1" y="8102"/>
                        </a:lnTo>
                        <a:lnTo>
                          <a:pt x="1029" y="22524"/>
                        </a:lnTo>
                        <a:lnTo>
                          <a:pt x="14033" y="28845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147" name="Google Shape;147;p7"/>
                  <p:cNvSpPr/>
                  <p:nvPr/>
                </p:nvSpPr>
                <p:spPr>
                  <a:xfrm rot="157512">
                    <a:off x="7242491" y="1007356"/>
                    <a:ext cx="650192" cy="72108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09" h="28845" fill="none" extrusionOk="0">
                        <a:moveTo>
                          <a:pt x="26008" y="20743"/>
                        </a:moveTo>
                        <a:lnTo>
                          <a:pt x="24980" y="6321"/>
                        </a:lnTo>
                        <a:lnTo>
                          <a:pt x="11976" y="1"/>
                        </a:lnTo>
                        <a:lnTo>
                          <a:pt x="0" y="8102"/>
                        </a:lnTo>
                        <a:lnTo>
                          <a:pt x="1028" y="22525"/>
                        </a:lnTo>
                        <a:lnTo>
                          <a:pt x="14033" y="28844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148" name="Google Shape;148;p7"/>
                  <p:cNvSpPr/>
                  <p:nvPr/>
                </p:nvSpPr>
                <p:spPr>
                  <a:xfrm rot="157512">
                    <a:off x="7868375" y="991501"/>
                    <a:ext cx="650167" cy="72108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08" h="28845" fill="none" extrusionOk="0">
                        <a:moveTo>
                          <a:pt x="26008" y="20743"/>
                        </a:moveTo>
                        <a:lnTo>
                          <a:pt x="24980" y="6321"/>
                        </a:lnTo>
                        <a:lnTo>
                          <a:pt x="11976" y="0"/>
                        </a:lnTo>
                        <a:lnTo>
                          <a:pt x="0" y="8102"/>
                        </a:lnTo>
                        <a:lnTo>
                          <a:pt x="1028" y="22524"/>
                        </a:lnTo>
                        <a:lnTo>
                          <a:pt x="14032" y="28845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149" name="Google Shape;149;p7"/>
                  <p:cNvSpPr/>
                  <p:nvPr/>
                </p:nvSpPr>
                <p:spPr>
                  <a:xfrm rot="157512">
                    <a:off x="6943294" y="1557320"/>
                    <a:ext cx="650167" cy="72108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08" h="28845" fill="none" extrusionOk="0">
                        <a:moveTo>
                          <a:pt x="26008" y="20743"/>
                        </a:moveTo>
                        <a:lnTo>
                          <a:pt x="24980" y="6320"/>
                        </a:lnTo>
                        <a:lnTo>
                          <a:pt x="11975" y="1"/>
                        </a:lnTo>
                        <a:lnTo>
                          <a:pt x="0" y="8102"/>
                        </a:lnTo>
                        <a:lnTo>
                          <a:pt x="1028" y="22524"/>
                        </a:lnTo>
                        <a:lnTo>
                          <a:pt x="14032" y="28844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150" name="Google Shape;150;p7"/>
                  <p:cNvSpPr/>
                  <p:nvPr/>
                </p:nvSpPr>
                <p:spPr>
                  <a:xfrm rot="157512">
                    <a:off x="7569154" y="1541466"/>
                    <a:ext cx="650217" cy="72106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10" h="28844" fill="none" extrusionOk="0">
                        <a:moveTo>
                          <a:pt x="26009" y="20743"/>
                        </a:moveTo>
                        <a:lnTo>
                          <a:pt x="24980" y="6321"/>
                        </a:lnTo>
                        <a:lnTo>
                          <a:pt x="11976" y="0"/>
                        </a:lnTo>
                        <a:lnTo>
                          <a:pt x="1" y="8101"/>
                        </a:lnTo>
                        <a:lnTo>
                          <a:pt x="1029" y="22524"/>
                        </a:lnTo>
                        <a:lnTo>
                          <a:pt x="14033" y="28844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151" name="Google Shape;151;p7"/>
                  <p:cNvSpPr/>
                  <p:nvPr/>
                </p:nvSpPr>
                <p:spPr>
                  <a:xfrm rot="157512">
                    <a:off x="8195039" y="1525586"/>
                    <a:ext cx="650217" cy="72111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10" h="28846" fill="none" extrusionOk="0">
                        <a:moveTo>
                          <a:pt x="26009" y="20743"/>
                        </a:moveTo>
                        <a:lnTo>
                          <a:pt x="24980" y="6322"/>
                        </a:lnTo>
                        <a:lnTo>
                          <a:pt x="11976" y="1"/>
                        </a:lnTo>
                        <a:lnTo>
                          <a:pt x="0" y="8103"/>
                        </a:lnTo>
                        <a:lnTo>
                          <a:pt x="1029" y="22525"/>
                        </a:lnTo>
                        <a:lnTo>
                          <a:pt x="14033" y="28846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152" name="Google Shape;152;p7"/>
                  <p:cNvSpPr/>
                  <p:nvPr/>
                </p:nvSpPr>
                <p:spPr>
                  <a:xfrm rot="157512">
                    <a:off x="4140535" y="2170703"/>
                    <a:ext cx="650217" cy="72108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10" h="28845" fill="none" extrusionOk="0">
                        <a:moveTo>
                          <a:pt x="26009" y="20743"/>
                        </a:moveTo>
                        <a:lnTo>
                          <a:pt x="24980" y="6321"/>
                        </a:lnTo>
                        <a:lnTo>
                          <a:pt x="11977" y="0"/>
                        </a:lnTo>
                        <a:lnTo>
                          <a:pt x="1" y="8102"/>
                        </a:lnTo>
                        <a:lnTo>
                          <a:pt x="1028" y="22524"/>
                        </a:lnTo>
                        <a:lnTo>
                          <a:pt x="14033" y="28845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153" name="Google Shape;153;p7"/>
                  <p:cNvSpPr/>
                  <p:nvPr/>
                </p:nvSpPr>
                <p:spPr>
                  <a:xfrm rot="157512">
                    <a:off x="4766419" y="2154848"/>
                    <a:ext cx="650192" cy="72108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09" h="28845" fill="none" extrusionOk="0">
                        <a:moveTo>
                          <a:pt x="26009" y="20743"/>
                        </a:moveTo>
                        <a:lnTo>
                          <a:pt x="24980" y="6321"/>
                        </a:lnTo>
                        <a:lnTo>
                          <a:pt x="11977" y="1"/>
                        </a:lnTo>
                        <a:lnTo>
                          <a:pt x="0" y="8102"/>
                        </a:lnTo>
                        <a:lnTo>
                          <a:pt x="1029" y="22524"/>
                        </a:lnTo>
                        <a:lnTo>
                          <a:pt x="14034" y="28845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154" name="Google Shape;154;p7"/>
                  <p:cNvSpPr/>
                  <p:nvPr/>
                </p:nvSpPr>
                <p:spPr>
                  <a:xfrm rot="157512">
                    <a:off x="5392303" y="2138993"/>
                    <a:ext cx="650192" cy="72108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09" h="28845" fill="none" extrusionOk="0">
                        <a:moveTo>
                          <a:pt x="26009" y="20743"/>
                        </a:moveTo>
                        <a:lnTo>
                          <a:pt x="24981" y="6321"/>
                        </a:lnTo>
                        <a:lnTo>
                          <a:pt x="11976" y="0"/>
                        </a:lnTo>
                        <a:lnTo>
                          <a:pt x="0" y="8102"/>
                        </a:lnTo>
                        <a:lnTo>
                          <a:pt x="1029" y="22524"/>
                        </a:lnTo>
                        <a:lnTo>
                          <a:pt x="14033" y="28844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155" name="Google Shape;155;p7"/>
                  <p:cNvSpPr/>
                  <p:nvPr/>
                </p:nvSpPr>
                <p:spPr>
                  <a:xfrm rot="157512">
                    <a:off x="6018188" y="2123139"/>
                    <a:ext cx="650192" cy="72108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09" h="28845" fill="none" extrusionOk="0">
                        <a:moveTo>
                          <a:pt x="26008" y="20743"/>
                        </a:moveTo>
                        <a:lnTo>
                          <a:pt x="24981" y="6321"/>
                        </a:lnTo>
                        <a:lnTo>
                          <a:pt x="11976" y="0"/>
                        </a:lnTo>
                        <a:lnTo>
                          <a:pt x="1" y="8102"/>
                        </a:lnTo>
                        <a:lnTo>
                          <a:pt x="1029" y="22524"/>
                        </a:lnTo>
                        <a:lnTo>
                          <a:pt x="14033" y="28845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156" name="Google Shape;156;p7"/>
                  <p:cNvSpPr/>
                  <p:nvPr/>
                </p:nvSpPr>
                <p:spPr>
                  <a:xfrm rot="157512">
                    <a:off x="6644073" y="2107259"/>
                    <a:ext cx="650192" cy="72111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09" h="28846" fill="none" extrusionOk="0">
                        <a:moveTo>
                          <a:pt x="26008" y="20743"/>
                        </a:moveTo>
                        <a:lnTo>
                          <a:pt x="24980" y="6321"/>
                        </a:lnTo>
                        <a:lnTo>
                          <a:pt x="11976" y="1"/>
                        </a:lnTo>
                        <a:lnTo>
                          <a:pt x="1" y="8103"/>
                        </a:lnTo>
                        <a:lnTo>
                          <a:pt x="1028" y="22525"/>
                        </a:lnTo>
                        <a:lnTo>
                          <a:pt x="14033" y="28845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157" name="Google Shape;157;p7"/>
                  <p:cNvSpPr/>
                  <p:nvPr/>
                </p:nvSpPr>
                <p:spPr>
                  <a:xfrm rot="157512">
                    <a:off x="7269957" y="2091430"/>
                    <a:ext cx="650192" cy="72106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09" h="28844" fill="none" extrusionOk="0">
                        <a:moveTo>
                          <a:pt x="26009" y="20743"/>
                        </a:moveTo>
                        <a:lnTo>
                          <a:pt x="24980" y="6320"/>
                        </a:lnTo>
                        <a:lnTo>
                          <a:pt x="11976" y="0"/>
                        </a:lnTo>
                        <a:lnTo>
                          <a:pt x="0" y="8101"/>
                        </a:lnTo>
                        <a:lnTo>
                          <a:pt x="1028" y="22523"/>
                        </a:lnTo>
                        <a:lnTo>
                          <a:pt x="14033" y="28844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158" name="Google Shape;158;p7"/>
                  <p:cNvSpPr/>
                  <p:nvPr/>
                </p:nvSpPr>
                <p:spPr>
                  <a:xfrm rot="157512">
                    <a:off x="7895842" y="2075550"/>
                    <a:ext cx="650192" cy="72108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09" h="28845" fill="none" extrusionOk="0">
                        <a:moveTo>
                          <a:pt x="26009" y="20743"/>
                        </a:moveTo>
                        <a:lnTo>
                          <a:pt x="24980" y="6322"/>
                        </a:lnTo>
                        <a:lnTo>
                          <a:pt x="11976" y="1"/>
                        </a:lnTo>
                        <a:lnTo>
                          <a:pt x="0" y="8102"/>
                        </a:lnTo>
                        <a:lnTo>
                          <a:pt x="1029" y="22525"/>
                        </a:lnTo>
                        <a:lnTo>
                          <a:pt x="14032" y="28845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159" name="Google Shape;159;p7"/>
                  <p:cNvSpPr/>
                  <p:nvPr/>
                </p:nvSpPr>
                <p:spPr>
                  <a:xfrm rot="157512">
                    <a:off x="3841337" y="2720667"/>
                    <a:ext cx="650192" cy="72111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09" h="28846" fill="none" extrusionOk="0">
                        <a:moveTo>
                          <a:pt x="26009" y="20743"/>
                        </a:moveTo>
                        <a:lnTo>
                          <a:pt x="24980" y="6321"/>
                        </a:lnTo>
                        <a:lnTo>
                          <a:pt x="11975" y="0"/>
                        </a:lnTo>
                        <a:lnTo>
                          <a:pt x="0" y="8102"/>
                        </a:lnTo>
                        <a:lnTo>
                          <a:pt x="1029" y="22524"/>
                        </a:lnTo>
                        <a:lnTo>
                          <a:pt x="14032" y="28845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160" name="Google Shape;160;p7"/>
                  <p:cNvSpPr/>
                  <p:nvPr/>
                </p:nvSpPr>
                <p:spPr>
                  <a:xfrm rot="157512">
                    <a:off x="4467198" y="2704787"/>
                    <a:ext cx="650217" cy="72111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10" h="28846" fill="none" extrusionOk="0">
                        <a:moveTo>
                          <a:pt x="26010" y="20743"/>
                        </a:moveTo>
                        <a:lnTo>
                          <a:pt x="24982" y="6322"/>
                        </a:lnTo>
                        <a:lnTo>
                          <a:pt x="11977" y="1"/>
                        </a:lnTo>
                        <a:lnTo>
                          <a:pt x="1" y="8103"/>
                        </a:lnTo>
                        <a:lnTo>
                          <a:pt x="1030" y="22525"/>
                        </a:lnTo>
                        <a:lnTo>
                          <a:pt x="14033" y="28846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161" name="Google Shape;161;p7"/>
                  <p:cNvSpPr/>
                  <p:nvPr/>
                </p:nvSpPr>
                <p:spPr>
                  <a:xfrm rot="157512">
                    <a:off x="5093107" y="2688958"/>
                    <a:ext cx="650192" cy="72108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09" h="28845" fill="none" extrusionOk="0">
                        <a:moveTo>
                          <a:pt x="26008" y="20743"/>
                        </a:moveTo>
                        <a:lnTo>
                          <a:pt x="24980" y="6320"/>
                        </a:lnTo>
                        <a:lnTo>
                          <a:pt x="11976" y="0"/>
                        </a:lnTo>
                        <a:lnTo>
                          <a:pt x="1" y="8102"/>
                        </a:lnTo>
                        <a:lnTo>
                          <a:pt x="1029" y="22523"/>
                        </a:lnTo>
                        <a:lnTo>
                          <a:pt x="14033" y="28844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162" name="Google Shape;162;p7"/>
                  <p:cNvSpPr/>
                  <p:nvPr/>
                </p:nvSpPr>
                <p:spPr>
                  <a:xfrm rot="157512">
                    <a:off x="5718992" y="2673103"/>
                    <a:ext cx="650192" cy="72106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09" h="28844" fill="none" extrusionOk="0">
                        <a:moveTo>
                          <a:pt x="26008" y="20743"/>
                        </a:moveTo>
                        <a:lnTo>
                          <a:pt x="24980" y="6321"/>
                        </a:lnTo>
                        <a:lnTo>
                          <a:pt x="11976" y="0"/>
                        </a:lnTo>
                        <a:lnTo>
                          <a:pt x="0" y="8101"/>
                        </a:lnTo>
                        <a:lnTo>
                          <a:pt x="1028" y="22524"/>
                        </a:lnTo>
                        <a:lnTo>
                          <a:pt x="14033" y="28844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163" name="Google Shape;163;p7"/>
                  <p:cNvSpPr/>
                  <p:nvPr/>
                </p:nvSpPr>
                <p:spPr>
                  <a:xfrm rot="157512">
                    <a:off x="6344876" y="2657223"/>
                    <a:ext cx="650167" cy="72111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08" h="28846" fill="none" extrusionOk="0">
                        <a:moveTo>
                          <a:pt x="26008" y="20743"/>
                        </a:moveTo>
                        <a:lnTo>
                          <a:pt x="24980" y="6321"/>
                        </a:lnTo>
                        <a:lnTo>
                          <a:pt x="11975" y="1"/>
                        </a:lnTo>
                        <a:lnTo>
                          <a:pt x="0" y="8103"/>
                        </a:lnTo>
                        <a:lnTo>
                          <a:pt x="1028" y="22525"/>
                        </a:lnTo>
                        <a:lnTo>
                          <a:pt x="14032" y="28845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164" name="Google Shape;164;p7"/>
                  <p:cNvSpPr/>
                  <p:nvPr/>
                </p:nvSpPr>
                <p:spPr>
                  <a:xfrm rot="157512">
                    <a:off x="6970736" y="2641369"/>
                    <a:ext cx="650217" cy="72111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10" h="28846" fill="none" extrusionOk="0">
                        <a:moveTo>
                          <a:pt x="26010" y="20743"/>
                        </a:moveTo>
                        <a:lnTo>
                          <a:pt x="24981" y="6321"/>
                        </a:lnTo>
                        <a:lnTo>
                          <a:pt x="11976" y="0"/>
                        </a:lnTo>
                        <a:lnTo>
                          <a:pt x="1" y="8102"/>
                        </a:lnTo>
                        <a:lnTo>
                          <a:pt x="1029" y="22524"/>
                        </a:lnTo>
                        <a:lnTo>
                          <a:pt x="14033" y="28845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165" name="Google Shape;165;p7"/>
                  <p:cNvSpPr/>
                  <p:nvPr/>
                </p:nvSpPr>
                <p:spPr>
                  <a:xfrm rot="157512">
                    <a:off x="4168001" y="3254751"/>
                    <a:ext cx="650217" cy="72111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10" h="28846" fill="none" extrusionOk="0">
                        <a:moveTo>
                          <a:pt x="26009" y="20744"/>
                        </a:moveTo>
                        <a:lnTo>
                          <a:pt x="24980" y="6322"/>
                        </a:lnTo>
                        <a:lnTo>
                          <a:pt x="11977" y="1"/>
                        </a:lnTo>
                        <a:lnTo>
                          <a:pt x="0" y="8103"/>
                        </a:lnTo>
                        <a:lnTo>
                          <a:pt x="1029" y="22525"/>
                        </a:lnTo>
                        <a:lnTo>
                          <a:pt x="14034" y="28846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166" name="Google Shape;166;p7"/>
                  <p:cNvSpPr/>
                  <p:nvPr/>
                </p:nvSpPr>
                <p:spPr>
                  <a:xfrm rot="157512">
                    <a:off x="4793885" y="3238896"/>
                    <a:ext cx="650192" cy="72111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09" h="28846" fill="none" extrusionOk="0">
                        <a:moveTo>
                          <a:pt x="26009" y="20743"/>
                        </a:moveTo>
                        <a:lnTo>
                          <a:pt x="24981" y="6321"/>
                        </a:lnTo>
                        <a:lnTo>
                          <a:pt x="11977" y="0"/>
                        </a:lnTo>
                        <a:lnTo>
                          <a:pt x="0" y="8103"/>
                        </a:lnTo>
                        <a:lnTo>
                          <a:pt x="1029" y="22525"/>
                        </a:lnTo>
                        <a:lnTo>
                          <a:pt x="14033" y="28845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167" name="Google Shape;167;p7"/>
                  <p:cNvSpPr/>
                  <p:nvPr/>
                </p:nvSpPr>
                <p:spPr>
                  <a:xfrm rot="157512">
                    <a:off x="5419770" y="3223067"/>
                    <a:ext cx="650192" cy="72106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09" h="28844" fill="none" extrusionOk="0">
                        <a:moveTo>
                          <a:pt x="26009" y="20743"/>
                        </a:moveTo>
                        <a:lnTo>
                          <a:pt x="24981" y="6320"/>
                        </a:lnTo>
                        <a:lnTo>
                          <a:pt x="11976" y="0"/>
                        </a:lnTo>
                        <a:lnTo>
                          <a:pt x="1" y="8101"/>
                        </a:lnTo>
                        <a:lnTo>
                          <a:pt x="1029" y="22523"/>
                        </a:lnTo>
                        <a:lnTo>
                          <a:pt x="14033" y="28844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168" name="Google Shape;168;p7"/>
                  <p:cNvSpPr/>
                  <p:nvPr/>
                </p:nvSpPr>
                <p:spPr>
                  <a:xfrm rot="157512">
                    <a:off x="6045654" y="3207187"/>
                    <a:ext cx="650192" cy="72111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09" h="28846" fill="none" extrusionOk="0">
                        <a:moveTo>
                          <a:pt x="26008" y="20743"/>
                        </a:moveTo>
                        <a:lnTo>
                          <a:pt x="24980" y="6321"/>
                        </a:lnTo>
                        <a:lnTo>
                          <a:pt x="11976" y="1"/>
                        </a:lnTo>
                        <a:lnTo>
                          <a:pt x="1" y="8102"/>
                        </a:lnTo>
                        <a:lnTo>
                          <a:pt x="1029" y="22525"/>
                        </a:lnTo>
                        <a:lnTo>
                          <a:pt x="14033" y="28845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169" name="Google Shape;169;p7"/>
                  <p:cNvSpPr/>
                  <p:nvPr/>
                </p:nvSpPr>
                <p:spPr>
                  <a:xfrm rot="157512">
                    <a:off x="3868779" y="3804714"/>
                    <a:ext cx="650217" cy="72111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10" h="28846" fill="none" extrusionOk="0">
                        <a:moveTo>
                          <a:pt x="26010" y="20744"/>
                        </a:moveTo>
                        <a:lnTo>
                          <a:pt x="24982" y="6322"/>
                        </a:lnTo>
                        <a:lnTo>
                          <a:pt x="11977" y="1"/>
                        </a:lnTo>
                        <a:lnTo>
                          <a:pt x="1" y="8102"/>
                        </a:lnTo>
                        <a:lnTo>
                          <a:pt x="1030" y="22525"/>
                        </a:lnTo>
                        <a:lnTo>
                          <a:pt x="14034" y="28846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170" name="Google Shape;170;p7"/>
                  <p:cNvSpPr/>
                  <p:nvPr/>
                </p:nvSpPr>
                <p:spPr>
                  <a:xfrm rot="157512">
                    <a:off x="4494689" y="3788860"/>
                    <a:ext cx="650192" cy="72111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09" h="28846" fill="none" extrusionOk="0">
                        <a:moveTo>
                          <a:pt x="26008" y="20743"/>
                        </a:moveTo>
                        <a:lnTo>
                          <a:pt x="24980" y="6321"/>
                        </a:lnTo>
                        <a:lnTo>
                          <a:pt x="11976" y="1"/>
                        </a:lnTo>
                        <a:lnTo>
                          <a:pt x="1" y="8103"/>
                        </a:lnTo>
                        <a:lnTo>
                          <a:pt x="1029" y="22525"/>
                        </a:lnTo>
                        <a:lnTo>
                          <a:pt x="14033" y="28845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171" name="Google Shape;171;p7"/>
                  <p:cNvSpPr/>
                  <p:nvPr/>
                </p:nvSpPr>
                <p:spPr>
                  <a:xfrm rot="157512">
                    <a:off x="5120574" y="3773006"/>
                    <a:ext cx="650192" cy="72108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09" h="28845" fill="none" extrusionOk="0">
                        <a:moveTo>
                          <a:pt x="26008" y="20744"/>
                        </a:moveTo>
                        <a:lnTo>
                          <a:pt x="24980" y="6321"/>
                        </a:lnTo>
                        <a:lnTo>
                          <a:pt x="11976" y="0"/>
                        </a:lnTo>
                        <a:lnTo>
                          <a:pt x="0" y="8102"/>
                        </a:lnTo>
                        <a:lnTo>
                          <a:pt x="1028" y="22524"/>
                        </a:lnTo>
                        <a:lnTo>
                          <a:pt x="14033" y="28845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</p:grpSp>
            <p:sp>
              <p:nvSpPr>
                <p:cNvPr id="172" name="Google Shape;172;p7"/>
                <p:cNvSpPr/>
                <p:nvPr/>
              </p:nvSpPr>
              <p:spPr>
                <a:xfrm rot="157512">
                  <a:off x="6228998" y="4446717"/>
                  <a:ext cx="57072" cy="5704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283" h="2282" extrusionOk="0">
                      <a:moveTo>
                        <a:pt x="1142" y="0"/>
                      </a:moveTo>
                      <a:cubicBezTo>
                        <a:pt x="512" y="0"/>
                        <a:pt x="1" y="511"/>
                        <a:pt x="1" y="1141"/>
                      </a:cubicBezTo>
                      <a:cubicBezTo>
                        <a:pt x="1" y="1771"/>
                        <a:pt x="512" y="2281"/>
                        <a:pt x="1142" y="2281"/>
                      </a:cubicBezTo>
                      <a:cubicBezTo>
                        <a:pt x="1772" y="2281"/>
                        <a:pt x="2283" y="1772"/>
                        <a:pt x="2283" y="1141"/>
                      </a:cubicBezTo>
                      <a:cubicBezTo>
                        <a:pt x="2283" y="511"/>
                        <a:pt x="1772" y="0"/>
                        <a:pt x="1142" y="0"/>
                      </a:cubicBez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73" name="Google Shape;173;p7"/>
                <p:cNvSpPr/>
                <p:nvPr/>
              </p:nvSpPr>
              <p:spPr>
                <a:xfrm rot="157512">
                  <a:off x="9351770" y="4005108"/>
                  <a:ext cx="57047" cy="5707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282" h="2283" extrusionOk="0">
                      <a:moveTo>
                        <a:pt x="1141" y="0"/>
                      </a:moveTo>
                      <a:cubicBezTo>
                        <a:pt x="511" y="0"/>
                        <a:pt x="0" y="511"/>
                        <a:pt x="0" y="1141"/>
                      </a:cubicBezTo>
                      <a:cubicBezTo>
                        <a:pt x="0" y="1772"/>
                        <a:pt x="511" y="2282"/>
                        <a:pt x="1141" y="2282"/>
                      </a:cubicBezTo>
                      <a:cubicBezTo>
                        <a:pt x="1771" y="2282"/>
                        <a:pt x="2281" y="1772"/>
                        <a:pt x="2281" y="1141"/>
                      </a:cubicBezTo>
                      <a:cubicBezTo>
                        <a:pt x="2281" y="511"/>
                        <a:pt x="1771" y="0"/>
                        <a:pt x="1141" y="0"/>
                      </a:cubicBez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74" name="Google Shape;174;p7"/>
                <p:cNvSpPr/>
                <p:nvPr/>
              </p:nvSpPr>
              <p:spPr>
                <a:xfrm rot="157512">
                  <a:off x="8403706" y="3847890"/>
                  <a:ext cx="57072" cy="5704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283" h="2282" extrusionOk="0">
                      <a:moveTo>
                        <a:pt x="1141" y="1"/>
                      </a:moveTo>
                      <a:cubicBezTo>
                        <a:pt x="511" y="1"/>
                        <a:pt x="0" y="511"/>
                        <a:pt x="0" y="1141"/>
                      </a:cubicBezTo>
                      <a:cubicBezTo>
                        <a:pt x="0" y="1771"/>
                        <a:pt x="511" y="2282"/>
                        <a:pt x="1141" y="2282"/>
                      </a:cubicBezTo>
                      <a:cubicBezTo>
                        <a:pt x="1771" y="2282"/>
                        <a:pt x="2282" y="1771"/>
                        <a:pt x="2282" y="1141"/>
                      </a:cubicBezTo>
                      <a:cubicBezTo>
                        <a:pt x="2282" y="511"/>
                        <a:pt x="1771" y="1"/>
                        <a:pt x="1141" y="1"/>
                      </a:cubicBez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75" name="Google Shape;175;p7"/>
                <p:cNvSpPr/>
                <p:nvPr/>
              </p:nvSpPr>
              <p:spPr>
                <a:xfrm rot="157512">
                  <a:off x="8124633" y="5115580"/>
                  <a:ext cx="57047" cy="5704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282" h="2282" extrusionOk="0">
                      <a:moveTo>
                        <a:pt x="1140" y="0"/>
                      </a:moveTo>
                      <a:cubicBezTo>
                        <a:pt x="511" y="0"/>
                        <a:pt x="0" y="511"/>
                        <a:pt x="0" y="1141"/>
                      </a:cubicBezTo>
                      <a:cubicBezTo>
                        <a:pt x="0" y="1771"/>
                        <a:pt x="510" y="2281"/>
                        <a:pt x="1140" y="2281"/>
                      </a:cubicBezTo>
                      <a:cubicBezTo>
                        <a:pt x="1771" y="2281"/>
                        <a:pt x="2281" y="1771"/>
                        <a:pt x="2281" y="1141"/>
                      </a:cubicBezTo>
                      <a:cubicBezTo>
                        <a:pt x="2281" y="511"/>
                        <a:pt x="1771" y="0"/>
                        <a:pt x="1140" y="0"/>
                      </a:cubicBez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76" name="Google Shape;176;p7"/>
                <p:cNvSpPr/>
                <p:nvPr/>
              </p:nvSpPr>
              <p:spPr>
                <a:xfrm rot="157512">
                  <a:off x="6574005" y="5703526"/>
                  <a:ext cx="57072" cy="5704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283" h="2282" extrusionOk="0">
                      <a:moveTo>
                        <a:pt x="1141" y="1"/>
                      </a:moveTo>
                      <a:cubicBezTo>
                        <a:pt x="511" y="1"/>
                        <a:pt x="0" y="511"/>
                        <a:pt x="0" y="1141"/>
                      </a:cubicBezTo>
                      <a:cubicBezTo>
                        <a:pt x="0" y="1771"/>
                        <a:pt x="511" y="2282"/>
                        <a:pt x="1141" y="2282"/>
                      </a:cubicBezTo>
                      <a:cubicBezTo>
                        <a:pt x="1771" y="2282"/>
                        <a:pt x="2282" y="1771"/>
                        <a:pt x="2282" y="1141"/>
                      </a:cubicBezTo>
                      <a:cubicBezTo>
                        <a:pt x="2282" y="511"/>
                        <a:pt x="1771" y="1"/>
                        <a:pt x="1141" y="1"/>
                      </a:cubicBez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77" name="Google Shape;177;p7"/>
                <p:cNvSpPr/>
                <p:nvPr/>
              </p:nvSpPr>
              <p:spPr>
                <a:xfrm rot="157512">
                  <a:off x="5957267" y="6080755"/>
                  <a:ext cx="57072" cy="5704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283" h="2282" extrusionOk="0">
                      <a:moveTo>
                        <a:pt x="1141" y="0"/>
                      </a:moveTo>
                      <a:cubicBezTo>
                        <a:pt x="511" y="0"/>
                        <a:pt x="0" y="510"/>
                        <a:pt x="0" y="1140"/>
                      </a:cubicBezTo>
                      <a:cubicBezTo>
                        <a:pt x="0" y="1770"/>
                        <a:pt x="511" y="2281"/>
                        <a:pt x="1141" y="2281"/>
                      </a:cubicBezTo>
                      <a:cubicBezTo>
                        <a:pt x="1771" y="2281"/>
                        <a:pt x="2282" y="1770"/>
                        <a:pt x="2282" y="1140"/>
                      </a:cubicBezTo>
                      <a:cubicBezTo>
                        <a:pt x="2282" y="510"/>
                        <a:pt x="1771" y="0"/>
                        <a:pt x="1141" y="0"/>
                      </a:cubicBez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78" name="Google Shape;178;p7"/>
                <p:cNvSpPr/>
                <p:nvPr/>
              </p:nvSpPr>
              <p:spPr>
                <a:xfrm rot="157512">
                  <a:off x="5929801" y="4996682"/>
                  <a:ext cx="57072" cy="5704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283" h="2282" extrusionOk="0">
                      <a:moveTo>
                        <a:pt x="1142" y="0"/>
                      </a:moveTo>
                      <a:cubicBezTo>
                        <a:pt x="511" y="0"/>
                        <a:pt x="1" y="510"/>
                        <a:pt x="1" y="1140"/>
                      </a:cubicBezTo>
                      <a:cubicBezTo>
                        <a:pt x="1" y="1771"/>
                        <a:pt x="511" y="2281"/>
                        <a:pt x="1142" y="2281"/>
                      </a:cubicBezTo>
                      <a:cubicBezTo>
                        <a:pt x="1772" y="2281"/>
                        <a:pt x="2283" y="1771"/>
                        <a:pt x="2283" y="1140"/>
                      </a:cubicBezTo>
                      <a:cubicBezTo>
                        <a:pt x="2283" y="510"/>
                        <a:pt x="1772" y="0"/>
                        <a:pt x="1142" y="0"/>
                      </a:cubicBez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79" name="Google Shape;179;p7"/>
                <p:cNvSpPr/>
                <p:nvPr/>
              </p:nvSpPr>
              <p:spPr>
                <a:xfrm rot="157512">
                  <a:off x="9015730" y="3465389"/>
                  <a:ext cx="57047" cy="5707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282" h="2283" extrusionOk="0">
                      <a:moveTo>
                        <a:pt x="1142" y="0"/>
                      </a:moveTo>
                      <a:cubicBezTo>
                        <a:pt x="512" y="0"/>
                        <a:pt x="1" y="511"/>
                        <a:pt x="1" y="1141"/>
                      </a:cubicBezTo>
                      <a:cubicBezTo>
                        <a:pt x="1" y="1771"/>
                        <a:pt x="512" y="2282"/>
                        <a:pt x="1142" y="2282"/>
                      </a:cubicBezTo>
                      <a:cubicBezTo>
                        <a:pt x="1771" y="2282"/>
                        <a:pt x="2282" y="1771"/>
                        <a:pt x="2282" y="1141"/>
                      </a:cubicBezTo>
                      <a:cubicBezTo>
                        <a:pt x="2282" y="511"/>
                        <a:pt x="1771" y="0"/>
                        <a:pt x="1142" y="0"/>
                      </a:cubicBez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</p:grpSp>
        <p:sp>
          <p:nvSpPr>
            <p:cNvPr id="180" name="Google Shape;180;p7"/>
            <p:cNvSpPr/>
            <p:nvPr/>
          </p:nvSpPr>
          <p:spPr>
            <a:xfrm rot="157512">
              <a:off x="8799542" y="3225845"/>
              <a:ext cx="57022" cy="57072"/>
            </a:xfrm>
            <a:custGeom>
              <a:avLst/>
              <a:gdLst/>
              <a:ahLst/>
              <a:cxnLst/>
              <a:rect l="l" t="t" r="r" b="b"/>
              <a:pathLst>
                <a:path w="2281" h="2283" extrusionOk="0">
                  <a:moveTo>
                    <a:pt x="1141" y="1"/>
                  </a:moveTo>
                  <a:cubicBezTo>
                    <a:pt x="511" y="1"/>
                    <a:pt x="0" y="512"/>
                    <a:pt x="0" y="1142"/>
                  </a:cubicBezTo>
                  <a:cubicBezTo>
                    <a:pt x="0" y="1772"/>
                    <a:pt x="511" y="2283"/>
                    <a:pt x="1141" y="2283"/>
                  </a:cubicBezTo>
                  <a:cubicBezTo>
                    <a:pt x="1771" y="2283"/>
                    <a:pt x="2281" y="1772"/>
                    <a:pt x="2281" y="1142"/>
                  </a:cubicBezTo>
                  <a:cubicBezTo>
                    <a:pt x="2281" y="512"/>
                    <a:pt x="1771" y="1"/>
                    <a:pt x="1141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1" name="Google Shape;181;p7"/>
            <p:cNvSpPr/>
            <p:nvPr/>
          </p:nvSpPr>
          <p:spPr>
            <a:xfrm rot="157512">
              <a:off x="5710335" y="4761896"/>
              <a:ext cx="57072" cy="57072"/>
            </a:xfrm>
            <a:custGeom>
              <a:avLst/>
              <a:gdLst/>
              <a:ahLst/>
              <a:cxnLst/>
              <a:rect l="l" t="t" r="r" b="b"/>
              <a:pathLst>
                <a:path w="2283" h="2283" extrusionOk="0">
                  <a:moveTo>
                    <a:pt x="1141" y="1"/>
                  </a:moveTo>
                  <a:cubicBezTo>
                    <a:pt x="511" y="1"/>
                    <a:pt x="0" y="511"/>
                    <a:pt x="0" y="1142"/>
                  </a:cubicBezTo>
                  <a:cubicBezTo>
                    <a:pt x="0" y="1772"/>
                    <a:pt x="511" y="2283"/>
                    <a:pt x="1141" y="2283"/>
                  </a:cubicBezTo>
                  <a:cubicBezTo>
                    <a:pt x="1771" y="2283"/>
                    <a:pt x="2282" y="1772"/>
                    <a:pt x="2282" y="1142"/>
                  </a:cubicBezTo>
                  <a:cubicBezTo>
                    <a:pt x="2282" y="511"/>
                    <a:pt x="1771" y="1"/>
                    <a:pt x="1141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2" name="Google Shape;182;p7"/>
            <p:cNvSpPr/>
            <p:nvPr/>
          </p:nvSpPr>
          <p:spPr>
            <a:xfrm rot="157512">
              <a:off x="7885492" y="4168682"/>
              <a:ext cx="57047" cy="57047"/>
            </a:xfrm>
            <a:custGeom>
              <a:avLst/>
              <a:gdLst/>
              <a:ahLst/>
              <a:cxnLst/>
              <a:rect l="l" t="t" r="r" b="b"/>
              <a:pathLst>
                <a:path w="2282" h="2282" extrusionOk="0">
                  <a:moveTo>
                    <a:pt x="1141" y="0"/>
                  </a:moveTo>
                  <a:cubicBezTo>
                    <a:pt x="511" y="0"/>
                    <a:pt x="0" y="511"/>
                    <a:pt x="0" y="1141"/>
                  </a:cubicBezTo>
                  <a:cubicBezTo>
                    <a:pt x="0" y="1770"/>
                    <a:pt x="511" y="2281"/>
                    <a:pt x="1141" y="2281"/>
                  </a:cubicBezTo>
                  <a:cubicBezTo>
                    <a:pt x="1772" y="2281"/>
                    <a:pt x="2281" y="1770"/>
                    <a:pt x="2281" y="1141"/>
                  </a:cubicBezTo>
                  <a:cubicBezTo>
                    <a:pt x="2281" y="511"/>
                    <a:pt x="1772" y="0"/>
                    <a:pt x="1141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83" name="Google Shape;183;p7"/>
          <p:cNvGrpSpPr/>
          <p:nvPr/>
        </p:nvGrpSpPr>
        <p:grpSpPr>
          <a:xfrm>
            <a:off x="-128336" y="-2516262"/>
            <a:ext cx="5036265" cy="4113315"/>
            <a:chOff x="4780389" y="2513201"/>
            <a:chExt cx="5036265" cy="4113315"/>
          </a:xfrm>
        </p:grpSpPr>
        <p:grpSp>
          <p:nvGrpSpPr>
            <p:cNvPr id="184" name="Google Shape;184;p7"/>
            <p:cNvGrpSpPr/>
            <p:nvPr/>
          </p:nvGrpSpPr>
          <p:grpSpPr>
            <a:xfrm>
              <a:off x="4780389" y="2513201"/>
              <a:ext cx="5036265" cy="4113315"/>
              <a:chOff x="4673664" y="2214101"/>
              <a:chExt cx="5036265" cy="4113315"/>
            </a:xfrm>
          </p:grpSpPr>
          <p:sp>
            <p:nvSpPr>
              <p:cNvPr id="185" name="Google Shape;185;p7"/>
              <p:cNvSpPr/>
              <p:nvPr/>
            </p:nvSpPr>
            <p:spPr>
              <a:xfrm rot="157512">
                <a:off x="9047033" y="4559649"/>
                <a:ext cx="57072" cy="57047"/>
              </a:xfrm>
              <a:custGeom>
                <a:avLst/>
                <a:gdLst/>
                <a:ahLst/>
                <a:cxnLst/>
                <a:rect l="l" t="t" r="r" b="b"/>
                <a:pathLst>
                  <a:path w="2283" h="2282" extrusionOk="0">
                    <a:moveTo>
                      <a:pt x="1141" y="1"/>
                    </a:moveTo>
                    <a:cubicBezTo>
                      <a:pt x="511" y="1"/>
                      <a:pt x="0" y="512"/>
                      <a:pt x="0" y="1142"/>
                    </a:cubicBezTo>
                    <a:cubicBezTo>
                      <a:pt x="0" y="1771"/>
                      <a:pt x="511" y="2282"/>
                      <a:pt x="1141" y="2282"/>
                    </a:cubicBezTo>
                    <a:cubicBezTo>
                      <a:pt x="1771" y="2282"/>
                      <a:pt x="2282" y="1771"/>
                      <a:pt x="2282" y="1142"/>
                    </a:cubicBezTo>
                    <a:cubicBezTo>
                      <a:pt x="2282" y="512"/>
                      <a:pt x="1771" y="1"/>
                      <a:pt x="1141" y="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grpSp>
            <p:nvGrpSpPr>
              <p:cNvPr id="186" name="Google Shape;186;p7"/>
              <p:cNvGrpSpPr/>
              <p:nvPr/>
            </p:nvGrpSpPr>
            <p:grpSpPr>
              <a:xfrm>
                <a:off x="4673664" y="2214101"/>
                <a:ext cx="5036265" cy="4113315"/>
                <a:chOff x="4673664" y="2214101"/>
                <a:chExt cx="5036265" cy="4113315"/>
              </a:xfrm>
            </p:grpSpPr>
            <p:grpSp>
              <p:nvGrpSpPr>
                <p:cNvPr id="187" name="Google Shape;187;p7"/>
                <p:cNvGrpSpPr/>
                <p:nvPr/>
              </p:nvGrpSpPr>
              <p:grpSpPr>
                <a:xfrm>
                  <a:off x="4673664" y="2214101"/>
                  <a:ext cx="5036265" cy="4113315"/>
                  <a:chOff x="3825164" y="427026"/>
                  <a:chExt cx="5036265" cy="4113315"/>
                </a:xfrm>
              </p:grpSpPr>
              <p:sp>
                <p:nvSpPr>
                  <p:cNvPr id="188" name="Google Shape;188;p7"/>
                  <p:cNvSpPr/>
                  <p:nvPr/>
                </p:nvSpPr>
                <p:spPr>
                  <a:xfrm rot="157512">
                    <a:off x="6915828" y="473247"/>
                    <a:ext cx="650167" cy="72108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08" h="28845" fill="none" extrusionOk="0">
                        <a:moveTo>
                          <a:pt x="26008" y="20744"/>
                        </a:moveTo>
                        <a:lnTo>
                          <a:pt x="24980" y="6321"/>
                        </a:lnTo>
                        <a:lnTo>
                          <a:pt x="11976" y="1"/>
                        </a:lnTo>
                        <a:lnTo>
                          <a:pt x="0" y="8102"/>
                        </a:lnTo>
                        <a:lnTo>
                          <a:pt x="1028" y="22524"/>
                        </a:lnTo>
                        <a:lnTo>
                          <a:pt x="14032" y="28845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189" name="Google Shape;189;p7"/>
                  <p:cNvSpPr/>
                  <p:nvPr/>
                </p:nvSpPr>
                <p:spPr>
                  <a:xfrm rot="157512">
                    <a:off x="7541687" y="457392"/>
                    <a:ext cx="650192" cy="72111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09" h="28846" fill="none" extrusionOk="0">
                        <a:moveTo>
                          <a:pt x="26009" y="20743"/>
                        </a:moveTo>
                        <a:lnTo>
                          <a:pt x="24981" y="6321"/>
                        </a:lnTo>
                        <a:lnTo>
                          <a:pt x="11976" y="1"/>
                        </a:lnTo>
                        <a:lnTo>
                          <a:pt x="1" y="8102"/>
                        </a:lnTo>
                        <a:lnTo>
                          <a:pt x="1029" y="22525"/>
                        </a:lnTo>
                        <a:lnTo>
                          <a:pt x="14033" y="28845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190" name="Google Shape;190;p7"/>
                  <p:cNvSpPr/>
                  <p:nvPr/>
                </p:nvSpPr>
                <p:spPr>
                  <a:xfrm rot="157512">
                    <a:off x="8167572" y="441537"/>
                    <a:ext cx="650192" cy="72108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09" h="28845" fill="none" extrusionOk="0">
                        <a:moveTo>
                          <a:pt x="26008" y="20743"/>
                        </a:moveTo>
                        <a:lnTo>
                          <a:pt x="24980" y="6321"/>
                        </a:lnTo>
                        <a:lnTo>
                          <a:pt x="11976" y="0"/>
                        </a:lnTo>
                        <a:lnTo>
                          <a:pt x="1" y="8102"/>
                        </a:lnTo>
                        <a:lnTo>
                          <a:pt x="1029" y="22524"/>
                        </a:lnTo>
                        <a:lnTo>
                          <a:pt x="14033" y="28845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191" name="Google Shape;191;p7"/>
                  <p:cNvSpPr/>
                  <p:nvPr/>
                </p:nvSpPr>
                <p:spPr>
                  <a:xfrm rot="157512">
                    <a:off x="7242491" y="1007356"/>
                    <a:ext cx="650192" cy="72108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09" h="28845" fill="none" extrusionOk="0">
                        <a:moveTo>
                          <a:pt x="26008" y="20743"/>
                        </a:moveTo>
                        <a:lnTo>
                          <a:pt x="24980" y="6321"/>
                        </a:lnTo>
                        <a:lnTo>
                          <a:pt x="11976" y="1"/>
                        </a:lnTo>
                        <a:lnTo>
                          <a:pt x="0" y="8102"/>
                        </a:lnTo>
                        <a:lnTo>
                          <a:pt x="1028" y="22525"/>
                        </a:lnTo>
                        <a:lnTo>
                          <a:pt x="14033" y="28844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192" name="Google Shape;192;p7"/>
                  <p:cNvSpPr/>
                  <p:nvPr/>
                </p:nvSpPr>
                <p:spPr>
                  <a:xfrm rot="157512">
                    <a:off x="7868375" y="991501"/>
                    <a:ext cx="650167" cy="72108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08" h="28845" fill="none" extrusionOk="0">
                        <a:moveTo>
                          <a:pt x="26008" y="20743"/>
                        </a:moveTo>
                        <a:lnTo>
                          <a:pt x="24980" y="6321"/>
                        </a:lnTo>
                        <a:lnTo>
                          <a:pt x="11976" y="0"/>
                        </a:lnTo>
                        <a:lnTo>
                          <a:pt x="0" y="8102"/>
                        </a:lnTo>
                        <a:lnTo>
                          <a:pt x="1028" y="22524"/>
                        </a:lnTo>
                        <a:lnTo>
                          <a:pt x="14032" y="28845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193" name="Google Shape;193;p7"/>
                  <p:cNvSpPr/>
                  <p:nvPr/>
                </p:nvSpPr>
                <p:spPr>
                  <a:xfrm rot="157512">
                    <a:off x="6943294" y="1557320"/>
                    <a:ext cx="650167" cy="72108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08" h="28845" fill="none" extrusionOk="0">
                        <a:moveTo>
                          <a:pt x="26008" y="20743"/>
                        </a:moveTo>
                        <a:lnTo>
                          <a:pt x="24980" y="6320"/>
                        </a:lnTo>
                        <a:lnTo>
                          <a:pt x="11975" y="1"/>
                        </a:lnTo>
                        <a:lnTo>
                          <a:pt x="0" y="8102"/>
                        </a:lnTo>
                        <a:lnTo>
                          <a:pt x="1028" y="22524"/>
                        </a:lnTo>
                        <a:lnTo>
                          <a:pt x="14032" y="28844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194" name="Google Shape;194;p7"/>
                  <p:cNvSpPr/>
                  <p:nvPr/>
                </p:nvSpPr>
                <p:spPr>
                  <a:xfrm rot="157512">
                    <a:off x="7569154" y="1541466"/>
                    <a:ext cx="650217" cy="72106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10" h="28844" fill="none" extrusionOk="0">
                        <a:moveTo>
                          <a:pt x="26009" y="20743"/>
                        </a:moveTo>
                        <a:lnTo>
                          <a:pt x="24980" y="6321"/>
                        </a:lnTo>
                        <a:lnTo>
                          <a:pt x="11976" y="0"/>
                        </a:lnTo>
                        <a:lnTo>
                          <a:pt x="1" y="8101"/>
                        </a:lnTo>
                        <a:lnTo>
                          <a:pt x="1029" y="22524"/>
                        </a:lnTo>
                        <a:lnTo>
                          <a:pt x="14033" y="28844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195" name="Google Shape;195;p7"/>
                  <p:cNvSpPr/>
                  <p:nvPr/>
                </p:nvSpPr>
                <p:spPr>
                  <a:xfrm rot="157512">
                    <a:off x="8195039" y="1525586"/>
                    <a:ext cx="650217" cy="72111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10" h="28846" fill="none" extrusionOk="0">
                        <a:moveTo>
                          <a:pt x="26009" y="20743"/>
                        </a:moveTo>
                        <a:lnTo>
                          <a:pt x="24980" y="6322"/>
                        </a:lnTo>
                        <a:lnTo>
                          <a:pt x="11976" y="1"/>
                        </a:lnTo>
                        <a:lnTo>
                          <a:pt x="0" y="8103"/>
                        </a:lnTo>
                        <a:lnTo>
                          <a:pt x="1029" y="22525"/>
                        </a:lnTo>
                        <a:lnTo>
                          <a:pt x="14033" y="28846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196" name="Google Shape;196;p7"/>
                  <p:cNvSpPr/>
                  <p:nvPr/>
                </p:nvSpPr>
                <p:spPr>
                  <a:xfrm rot="157512">
                    <a:off x="4140535" y="2170703"/>
                    <a:ext cx="650217" cy="72108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10" h="28845" fill="none" extrusionOk="0">
                        <a:moveTo>
                          <a:pt x="26009" y="20743"/>
                        </a:moveTo>
                        <a:lnTo>
                          <a:pt x="24980" y="6321"/>
                        </a:lnTo>
                        <a:lnTo>
                          <a:pt x="11977" y="0"/>
                        </a:lnTo>
                        <a:lnTo>
                          <a:pt x="1" y="8102"/>
                        </a:lnTo>
                        <a:lnTo>
                          <a:pt x="1028" y="22524"/>
                        </a:lnTo>
                        <a:lnTo>
                          <a:pt x="14033" y="28845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197" name="Google Shape;197;p7"/>
                  <p:cNvSpPr/>
                  <p:nvPr/>
                </p:nvSpPr>
                <p:spPr>
                  <a:xfrm rot="157512">
                    <a:off x="4766419" y="2154848"/>
                    <a:ext cx="650192" cy="72108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09" h="28845" fill="none" extrusionOk="0">
                        <a:moveTo>
                          <a:pt x="26009" y="20743"/>
                        </a:moveTo>
                        <a:lnTo>
                          <a:pt x="24980" y="6321"/>
                        </a:lnTo>
                        <a:lnTo>
                          <a:pt x="11977" y="1"/>
                        </a:lnTo>
                        <a:lnTo>
                          <a:pt x="0" y="8102"/>
                        </a:lnTo>
                        <a:lnTo>
                          <a:pt x="1029" y="22524"/>
                        </a:lnTo>
                        <a:lnTo>
                          <a:pt x="14034" y="28845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198" name="Google Shape;198;p7"/>
                  <p:cNvSpPr/>
                  <p:nvPr/>
                </p:nvSpPr>
                <p:spPr>
                  <a:xfrm rot="157512">
                    <a:off x="5392303" y="2138993"/>
                    <a:ext cx="650192" cy="72108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09" h="28845" fill="none" extrusionOk="0">
                        <a:moveTo>
                          <a:pt x="26009" y="20743"/>
                        </a:moveTo>
                        <a:lnTo>
                          <a:pt x="24981" y="6321"/>
                        </a:lnTo>
                        <a:lnTo>
                          <a:pt x="11976" y="0"/>
                        </a:lnTo>
                        <a:lnTo>
                          <a:pt x="0" y="8102"/>
                        </a:lnTo>
                        <a:lnTo>
                          <a:pt x="1029" y="22524"/>
                        </a:lnTo>
                        <a:lnTo>
                          <a:pt x="14033" y="28844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199" name="Google Shape;199;p7"/>
                  <p:cNvSpPr/>
                  <p:nvPr/>
                </p:nvSpPr>
                <p:spPr>
                  <a:xfrm rot="157512">
                    <a:off x="6018188" y="2123139"/>
                    <a:ext cx="650192" cy="72108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09" h="28845" fill="none" extrusionOk="0">
                        <a:moveTo>
                          <a:pt x="26008" y="20743"/>
                        </a:moveTo>
                        <a:lnTo>
                          <a:pt x="24981" y="6321"/>
                        </a:lnTo>
                        <a:lnTo>
                          <a:pt x="11976" y="0"/>
                        </a:lnTo>
                        <a:lnTo>
                          <a:pt x="1" y="8102"/>
                        </a:lnTo>
                        <a:lnTo>
                          <a:pt x="1029" y="22524"/>
                        </a:lnTo>
                        <a:lnTo>
                          <a:pt x="14033" y="28845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200" name="Google Shape;200;p7"/>
                  <p:cNvSpPr/>
                  <p:nvPr/>
                </p:nvSpPr>
                <p:spPr>
                  <a:xfrm rot="157512">
                    <a:off x="6644073" y="2107259"/>
                    <a:ext cx="650192" cy="72111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09" h="28846" fill="none" extrusionOk="0">
                        <a:moveTo>
                          <a:pt x="26008" y="20743"/>
                        </a:moveTo>
                        <a:lnTo>
                          <a:pt x="24980" y="6321"/>
                        </a:lnTo>
                        <a:lnTo>
                          <a:pt x="11976" y="1"/>
                        </a:lnTo>
                        <a:lnTo>
                          <a:pt x="1" y="8103"/>
                        </a:lnTo>
                        <a:lnTo>
                          <a:pt x="1028" y="22525"/>
                        </a:lnTo>
                        <a:lnTo>
                          <a:pt x="14033" y="28845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201" name="Google Shape;201;p7"/>
                  <p:cNvSpPr/>
                  <p:nvPr/>
                </p:nvSpPr>
                <p:spPr>
                  <a:xfrm rot="157512">
                    <a:off x="7269957" y="2091430"/>
                    <a:ext cx="650192" cy="72106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09" h="28844" fill="none" extrusionOk="0">
                        <a:moveTo>
                          <a:pt x="26009" y="20743"/>
                        </a:moveTo>
                        <a:lnTo>
                          <a:pt x="24980" y="6320"/>
                        </a:lnTo>
                        <a:lnTo>
                          <a:pt x="11976" y="0"/>
                        </a:lnTo>
                        <a:lnTo>
                          <a:pt x="0" y="8101"/>
                        </a:lnTo>
                        <a:lnTo>
                          <a:pt x="1028" y="22523"/>
                        </a:lnTo>
                        <a:lnTo>
                          <a:pt x="14033" y="28844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202" name="Google Shape;202;p7"/>
                  <p:cNvSpPr/>
                  <p:nvPr/>
                </p:nvSpPr>
                <p:spPr>
                  <a:xfrm rot="157512">
                    <a:off x="7895842" y="2075550"/>
                    <a:ext cx="650192" cy="72108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09" h="28845" fill="none" extrusionOk="0">
                        <a:moveTo>
                          <a:pt x="26009" y="20743"/>
                        </a:moveTo>
                        <a:lnTo>
                          <a:pt x="24980" y="6322"/>
                        </a:lnTo>
                        <a:lnTo>
                          <a:pt x="11976" y="1"/>
                        </a:lnTo>
                        <a:lnTo>
                          <a:pt x="0" y="8102"/>
                        </a:lnTo>
                        <a:lnTo>
                          <a:pt x="1029" y="22525"/>
                        </a:lnTo>
                        <a:lnTo>
                          <a:pt x="14032" y="28845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203" name="Google Shape;203;p7"/>
                  <p:cNvSpPr/>
                  <p:nvPr/>
                </p:nvSpPr>
                <p:spPr>
                  <a:xfrm rot="157512">
                    <a:off x="3841337" y="2720667"/>
                    <a:ext cx="650192" cy="72111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09" h="28846" fill="none" extrusionOk="0">
                        <a:moveTo>
                          <a:pt x="26009" y="20743"/>
                        </a:moveTo>
                        <a:lnTo>
                          <a:pt x="24980" y="6321"/>
                        </a:lnTo>
                        <a:lnTo>
                          <a:pt x="11975" y="0"/>
                        </a:lnTo>
                        <a:lnTo>
                          <a:pt x="0" y="8102"/>
                        </a:lnTo>
                        <a:lnTo>
                          <a:pt x="1029" y="22524"/>
                        </a:lnTo>
                        <a:lnTo>
                          <a:pt x="14032" y="28845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204" name="Google Shape;204;p7"/>
                  <p:cNvSpPr/>
                  <p:nvPr/>
                </p:nvSpPr>
                <p:spPr>
                  <a:xfrm rot="157512">
                    <a:off x="4467198" y="2704787"/>
                    <a:ext cx="650217" cy="72111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10" h="28846" fill="none" extrusionOk="0">
                        <a:moveTo>
                          <a:pt x="26010" y="20743"/>
                        </a:moveTo>
                        <a:lnTo>
                          <a:pt x="24982" y="6322"/>
                        </a:lnTo>
                        <a:lnTo>
                          <a:pt x="11977" y="1"/>
                        </a:lnTo>
                        <a:lnTo>
                          <a:pt x="1" y="8103"/>
                        </a:lnTo>
                        <a:lnTo>
                          <a:pt x="1030" y="22525"/>
                        </a:lnTo>
                        <a:lnTo>
                          <a:pt x="14033" y="28846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205" name="Google Shape;205;p7"/>
                  <p:cNvSpPr/>
                  <p:nvPr/>
                </p:nvSpPr>
                <p:spPr>
                  <a:xfrm rot="157512">
                    <a:off x="5093107" y="2688958"/>
                    <a:ext cx="650192" cy="72108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09" h="28845" fill="none" extrusionOk="0">
                        <a:moveTo>
                          <a:pt x="26008" y="20743"/>
                        </a:moveTo>
                        <a:lnTo>
                          <a:pt x="24980" y="6320"/>
                        </a:lnTo>
                        <a:lnTo>
                          <a:pt x="11976" y="0"/>
                        </a:lnTo>
                        <a:lnTo>
                          <a:pt x="1" y="8102"/>
                        </a:lnTo>
                        <a:lnTo>
                          <a:pt x="1029" y="22523"/>
                        </a:lnTo>
                        <a:lnTo>
                          <a:pt x="14033" y="28844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206" name="Google Shape;206;p7"/>
                  <p:cNvSpPr/>
                  <p:nvPr/>
                </p:nvSpPr>
                <p:spPr>
                  <a:xfrm rot="157512">
                    <a:off x="5718992" y="2673103"/>
                    <a:ext cx="650192" cy="72106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09" h="28844" fill="none" extrusionOk="0">
                        <a:moveTo>
                          <a:pt x="26008" y="20743"/>
                        </a:moveTo>
                        <a:lnTo>
                          <a:pt x="24980" y="6321"/>
                        </a:lnTo>
                        <a:lnTo>
                          <a:pt x="11976" y="0"/>
                        </a:lnTo>
                        <a:lnTo>
                          <a:pt x="0" y="8101"/>
                        </a:lnTo>
                        <a:lnTo>
                          <a:pt x="1028" y="22524"/>
                        </a:lnTo>
                        <a:lnTo>
                          <a:pt x="14033" y="28844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207" name="Google Shape;207;p7"/>
                  <p:cNvSpPr/>
                  <p:nvPr/>
                </p:nvSpPr>
                <p:spPr>
                  <a:xfrm rot="157512">
                    <a:off x="6344876" y="2657223"/>
                    <a:ext cx="650167" cy="72111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08" h="28846" fill="none" extrusionOk="0">
                        <a:moveTo>
                          <a:pt x="26008" y="20743"/>
                        </a:moveTo>
                        <a:lnTo>
                          <a:pt x="24980" y="6321"/>
                        </a:lnTo>
                        <a:lnTo>
                          <a:pt x="11975" y="1"/>
                        </a:lnTo>
                        <a:lnTo>
                          <a:pt x="0" y="8103"/>
                        </a:lnTo>
                        <a:lnTo>
                          <a:pt x="1028" y="22525"/>
                        </a:lnTo>
                        <a:lnTo>
                          <a:pt x="14032" y="28845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208" name="Google Shape;208;p7"/>
                  <p:cNvSpPr/>
                  <p:nvPr/>
                </p:nvSpPr>
                <p:spPr>
                  <a:xfrm rot="157512">
                    <a:off x="6970736" y="2641369"/>
                    <a:ext cx="650217" cy="72111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10" h="28846" fill="none" extrusionOk="0">
                        <a:moveTo>
                          <a:pt x="26010" y="20743"/>
                        </a:moveTo>
                        <a:lnTo>
                          <a:pt x="24981" y="6321"/>
                        </a:lnTo>
                        <a:lnTo>
                          <a:pt x="11976" y="0"/>
                        </a:lnTo>
                        <a:lnTo>
                          <a:pt x="1" y="8102"/>
                        </a:lnTo>
                        <a:lnTo>
                          <a:pt x="1029" y="22524"/>
                        </a:lnTo>
                        <a:lnTo>
                          <a:pt x="14033" y="28845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209" name="Google Shape;209;p7"/>
                  <p:cNvSpPr/>
                  <p:nvPr/>
                </p:nvSpPr>
                <p:spPr>
                  <a:xfrm rot="157512">
                    <a:off x="4168001" y="3254751"/>
                    <a:ext cx="650217" cy="72111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10" h="28846" fill="none" extrusionOk="0">
                        <a:moveTo>
                          <a:pt x="26009" y="20744"/>
                        </a:moveTo>
                        <a:lnTo>
                          <a:pt x="24980" y="6322"/>
                        </a:lnTo>
                        <a:lnTo>
                          <a:pt x="11977" y="1"/>
                        </a:lnTo>
                        <a:lnTo>
                          <a:pt x="0" y="8103"/>
                        </a:lnTo>
                        <a:lnTo>
                          <a:pt x="1029" y="22525"/>
                        </a:lnTo>
                        <a:lnTo>
                          <a:pt x="14034" y="28846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210" name="Google Shape;210;p7"/>
                  <p:cNvSpPr/>
                  <p:nvPr/>
                </p:nvSpPr>
                <p:spPr>
                  <a:xfrm rot="157512">
                    <a:off x="4793885" y="3238896"/>
                    <a:ext cx="650192" cy="72111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09" h="28846" fill="none" extrusionOk="0">
                        <a:moveTo>
                          <a:pt x="26009" y="20743"/>
                        </a:moveTo>
                        <a:lnTo>
                          <a:pt x="24981" y="6321"/>
                        </a:lnTo>
                        <a:lnTo>
                          <a:pt x="11977" y="0"/>
                        </a:lnTo>
                        <a:lnTo>
                          <a:pt x="0" y="8103"/>
                        </a:lnTo>
                        <a:lnTo>
                          <a:pt x="1029" y="22525"/>
                        </a:lnTo>
                        <a:lnTo>
                          <a:pt x="14033" y="28845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211" name="Google Shape;211;p7"/>
                  <p:cNvSpPr/>
                  <p:nvPr/>
                </p:nvSpPr>
                <p:spPr>
                  <a:xfrm rot="157512">
                    <a:off x="5419770" y="3223067"/>
                    <a:ext cx="650192" cy="72106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09" h="28844" fill="none" extrusionOk="0">
                        <a:moveTo>
                          <a:pt x="26009" y="20743"/>
                        </a:moveTo>
                        <a:lnTo>
                          <a:pt x="24981" y="6320"/>
                        </a:lnTo>
                        <a:lnTo>
                          <a:pt x="11976" y="0"/>
                        </a:lnTo>
                        <a:lnTo>
                          <a:pt x="1" y="8101"/>
                        </a:lnTo>
                        <a:lnTo>
                          <a:pt x="1029" y="22523"/>
                        </a:lnTo>
                        <a:lnTo>
                          <a:pt x="14033" y="28844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212" name="Google Shape;212;p7"/>
                  <p:cNvSpPr/>
                  <p:nvPr/>
                </p:nvSpPr>
                <p:spPr>
                  <a:xfrm rot="157512">
                    <a:off x="6045654" y="3207187"/>
                    <a:ext cx="650192" cy="72111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09" h="28846" fill="none" extrusionOk="0">
                        <a:moveTo>
                          <a:pt x="26008" y="20743"/>
                        </a:moveTo>
                        <a:lnTo>
                          <a:pt x="24980" y="6321"/>
                        </a:lnTo>
                        <a:lnTo>
                          <a:pt x="11976" y="1"/>
                        </a:lnTo>
                        <a:lnTo>
                          <a:pt x="1" y="8102"/>
                        </a:lnTo>
                        <a:lnTo>
                          <a:pt x="1029" y="22525"/>
                        </a:lnTo>
                        <a:lnTo>
                          <a:pt x="14033" y="28845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213" name="Google Shape;213;p7"/>
                  <p:cNvSpPr/>
                  <p:nvPr/>
                </p:nvSpPr>
                <p:spPr>
                  <a:xfrm rot="157512">
                    <a:off x="3868779" y="3804714"/>
                    <a:ext cx="650217" cy="72111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10" h="28846" fill="none" extrusionOk="0">
                        <a:moveTo>
                          <a:pt x="26010" y="20744"/>
                        </a:moveTo>
                        <a:lnTo>
                          <a:pt x="24982" y="6322"/>
                        </a:lnTo>
                        <a:lnTo>
                          <a:pt x="11977" y="1"/>
                        </a:lnTo>
                        <a:lnTo>
                          <a:pt x="1" y="8102"/>
                        </a:lnTo>
                        <a:lnTo>
                          <a:pt x="1030" y="22525"/>
                        </a:lnTo>
                        <a:lnTo>
                          <a:pt x="14034" y="28846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214" name="Google Shape;214;p7"/>
                  <p:cNvSpPr/>
                  <p:nvPr/>
                </p:nvSpPr>
                <p:spPr>
                  <a:xfrm rot="157512">
                    <a:off x="4494689" y="3788860"/>
                    <a:ext cx="650192" cy="72111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09" h="28846" fill="none" extrusionOk="0">
                        <a:moveTo>
                          <a:pt x="26008" y="20743"/>
                        </a:moveTo>
                        <a:lnTo>
                          <a:pt x="24980" y="6321"/>
                        </a:lnTo>
                        <a:lnTo>
                          <a:pt x="11976" y="1"/>
                        </a:lnTo>
                        <a:lnTo>
                          <a:pt x="1" y="8103"/>
                        </a:lnTo>
                        <a:lnTo>
                          <a:pt x="1029" y="22525"/>
                        </a:lnTo>
                        <a:lnTo>
                          <a:pt x="14033" y="28845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215" name="Google Shape;215;p7"/>
                  <p:cNvSpPr/>
                  <p:nvPr/>
                </p:nvSpPr>
                <p:spPr>
                  <a:xfrm rot="157512">
                    <a:off x="5120574" y="3773006"/>
                    <a:ext cx="650192" cy="72108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09" h="28845" fill="none" extrusionOk="0">
                        <a:moveTo>
                          <a:pt x="26008" y="20744"/>
                        </a:moveTo>
                        <a:lnTo>
                          <a:pt x="24980" y="6321"/>
                        </a:lnTo>
                        <a:lnTo>
                          <a:pt x="11976" y="0"/>
                        </a:lnTo>
                        <a:lnTo>
                          <a:pt x="0" y="8102"/>
                        </a:lnTo>
                        <a:lnTo>
                          <a:pt x="1028" y="22524"/>
                        </a:lnTo>
                        <a:lnTo>
                          <a:pt x="14033" y="28845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</p:grpSp>
            <p:sp>
              <p:nvSpPr>
                <p:cNvPr id="216" name="Google Shape;216;p7"/>
                <p:cNvSpPr/>
                <p:nvPr/>
              </p:nvSpPr>
              <p:spPr>
                <a:xfrm rot="157512">
                  <a:off x="6228998" y="4446717"/>
                  <a:ext cx="57072" cy="5704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283" h="2282" extrusionOk="0">
                      <a:moveTo>
                        <a:pt x="1142" y="0"/>
                      </a:moveTo>
                      <a:cubicBezTo>
                        <a:pt x="512" y="0"/>
                        <a:pt x="1" y="511"/>
                        <a:pt x="1" y="1141"/>
                      </a:cubicBezTo>
                      <a:cubicBezTo>
                        <a:pt x="1" y="1771"/>
                        <a:pt x="512" y="2281"/>
                        <a:pt x="1142" y="2281"/>
                      </a:cubicBezTo>
                      <a:cubicBezTo>
                        <a:pt x="1772" y="2281"/>
                        <a:pt x="2283" y="1772"/>
                        <a:pt x="2283" y="1141"/>
                      </a:cubicBezTo>
                      <a:cubicBezTo>
                        <a:pt x="2283" y="511"/>
                        <a:pt x="1772" y="0"/>
                        <a:pt x="1142" y="0"/>
                      </a:cubicBez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17" name="Google Shape;217;p7"/>
                <p:cNvSpPr/>
                <p:nvPr/>
              </p:nvSpPr>
              <p:spPr>
                <a:xfrm rot="157512">
                  <a:off x="9351770" y="4005108"/>
                  <a:ext cx="57047" cy="5707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282" h="2283" extrusionOk="0">
                      <a:moveTo>
                        <a:pt x="1141" y="0"/>
                      </a:moveTo>
                      <a:cubicBezTo>
                        <a:pt x="511" y="0"/>
                        <a:pt x="0" y="511"/>
                        <a:pt x="0" y="1141"/>
                      </a:cubicBezTo>
                      <a:cubicBezTo>
                        <a:pt x="0" y="1772"/>
                        <a:pt x="511" y="2282"/>
                        <a:pt x="1141" y="2282"/>
                      </a:cubicBezTo>
                      <a:cubicBezTo>
                        <a:pt x="1771" y="2282"/>
                        <a:pt x="2281" y="1772"/>
                        <a:pt x="2281" y="1141"/>
                      </a:cubicBezTo>
                      <a:cubicBezTo>
                        <a:pt x="2281" y="511"/>
                        <a:pt x="1771" y="0"/>
                        <a:pt x="1141" y="0"/>
                      </a:cubicBez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18" name="Google Shape;218;p7"/>
                <p:cNvSpPr/>
                <p:nvPr/>
              </p:nvSpPr>
              <p:spPr>
                <a:xfrm rot="157512">
                  <a:off x="8403706" y="3847890"/>
                  <a:ext cx="57072" cy="5704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283" h="2282" extrusionOk="0">
                      <a:moveTo>
                        <a:pt x="1141" y="1"/>
                      </a:moveTo>
                      <a:cubicBezTo>
                        <a:pt x="511" y="1"/>
                        <a:pt x="0" y="511"/>
                        <a:pt x="0" y="1141"/>
                      </a:cubicBezTo>
                      <a:cubicBezTo>
                        <a:pt x="0" y="1771"/>
                        <a:pt x="511" y="2282"/>
                        <a:pt x="1141" y="2282"/>
                      </a:cubicBezTo>
                      <a:cubicBezTo>
                        <a:pt x="1771" y="2282"/>
                        <a:pt x="2282" y="1771"/>
                        <a:pt x="2282" y="1141"/>
                      </a:cubicBezTo>
                      <a:cubicBezTo>
                        <a:pt x="2282" y="511"/>
                        <a:pt x="1771" y="1"/>
                        <a:pt x="1141" y="1"/>
                      </a:cubicBez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19" name="Google Shape;219;p7"/>
                <p:cNvSpPr/>
                <p:nvPr/>
              </p:nvSpPr>
              <p:spPr>
                <a:xfrm rot="157512">
                  <a:off x="8124633" y="5115580"/>
                  <a:ext cx="57047" cy="5704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282" h="2282" extrusionOk="0">
                      <a:moveTo>
                        <a:pt x="1140" y="0"/>
                      </a:moveTo>
                      <a:cubicBezTo>
                        <a:pt x="511" y="0"/>
                        <a:pt x="0" y="511"/>
                        <a:pt x="0" y="1141"/>
                      </a:cubicBezTo>
                      <a:cubicBezTo>
                        <a:pt x="0" y="1771"/>
                        <a:pt x="510" y="2281"/>
                        <a:pt x="1140" y="2281"/>
                      </a:cubicBezTo>
                      <a:cubicBezTo>
                        <a:pt x="1771" y="2281"/>
                        <a:pt x="2281" y="1771"/>
                        <a:pt x="2281" y="1141"/>
                      </a:cubicBezTo>
                      <a:cubicBezTo>
                        <a:pt x="2281" y="511"/>
                        <a:pt x="1771" y="0"/>
                        <a:pt x="1140" y="0"/>
                      </a:cubicBez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20" name="Google Shape;220;p7"/>
                <p:cNvSpPr/>
                <p:nvPr/>
              </p:nvSpPr>
              <p:spPr>
                <a:xfrm rot="157512">
                  <a:off x="6574005" y="5703526"/>
                  <a:ext cx="57072" cy="5704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283" h="2282" extrusionOk="0">
                      <a:moveTo>
                        <a:pt x="1141" y="1"/>
                      </a:moveTo>
                      <a:cubicBezTo>
                        <a:pt x="511" y="1"/>
                        <a:pt x="0" y="511"/>
                        <a:pt x="0" y="1141"/>
                      </a:cubicBezTo>
                      <a:cubicBezTo>
                        <a:pt x="0" y="1771"/>
                        <a:pt x="511" y="2282"/>
                        <a:pt x="1141" y="2282"/>
                      </a:cubicBezTo>
                      <a:cubicBezTo>
                        <a:pt x="1771" y="2282"/>
                        <a:pt x="2282" y="1771"/>
                        <a:pt x="2282" y="1141"/>
                      </a:cubicBezTo>
                      <a:cubicBezTo>
                        <a:pt x="2282" y="511"/>
                        <a:pt x="1771" y="1"/>
                        <a:pt x="1141" y="1"/>
                      </a:cubicBez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21" name="Google Shape;221;p7"/>
                <p:cNvSpPr/>
                <p:nvPr/>
              </p:nvSpPr>
              <p:spPr>
                <a:xfrm rot="157512">
                  <a:off x="5957267" y="6080755"/>
                  <a:ext cx="57072" cy="5704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283" h="2282" extrusionOk="0">
                      <a:moveTo>
                        <a:pt x="1141" y="0"/>
                      </a:moveTo>
                      <a:cubicBezTo>
                        <a:pt x="511" y="0"/>
                        <a:pt x="0" y="510"/>
                        <a:pt x="0" y="1140"/>
                      </a:cubicBezTo>
                      <a:cubicBezTo>
                        <a:pt x="0" y="1770"/>
                        <a:pt x="511" y="2281"/>
                        <a:pt x="1141" y="2281"/>
                      </a:cubicBezTo>
                      <a:cubicBezTo>
                        <a:pt x="1771" y="2281"/>
                        <a:pt x="2282" y="1770"/>
                        <a:pt x="2282" y="1140"/>
                      </a:cubicBezTo>
                      <a:cubicBezTo>
                        <a:pt x="2282" y="510"/>
                        <a:pt x="1771" y="0"/>
                        <a:pt x="1141" y="0"/>
                      </a:cubicBez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22" name="Google Shape;222;p7"/>
                <p:cNvSpPr/>
                <p:nvPr/>
              </p:nvSpPr>
              <p:spPr>
                <a:xfrm rot="157512">
                  <a:off x="5929801" y="4996682"/>
                  <a:ext cx="57072" cy="5704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283" h="2282" extrusionOk="0">
                      <a:moveTo>
                        <a:pt x="1142" y="0"/>
                      </a:moveTo>
                      <a:cubicBezTo>
                        <a:pt x="511" y="0"/>
                        <a:pt x="1" y="510"/>
                        <a:pt x="1" y="1140"/>
                      </a:cubicBezTo>
                      <a:cubicBezTo>
                        <a:pt x="1" y="1771"/>
                        <a:pt x="511" y="2281"/>
                        <a:pt x="1142" y="2281"/>
                      </a:cubicBezTo>
                      <a:cubicBezTo>
                        <a:pt x="1772" y="2281"/>
                        <a:pt x="2283" y="1771"/>
                        <a:pt x="2283" y="1140"/>
                      </a:cubicBezTo>
                      <a:cubicBezTo>
                        <a:pt x="2283" y="510"/>
                        <a:pt x="1772" y="0"/>
                        <a:pt x="1142" y="0"/>
                      </a:cubicBez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23" name="Google Shape;223;p7"/>
                <p:cNvSpPr/>
                <p:nvPr/>
              </p:nvSpPr>
              <p:spPr>
                <a:xfrm rot="157512">
                  <a:off x="9015730" y="3465389"/>
                  <a:ext cx="57047" cy="5707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282" h="2283" extrusionOk="0">
                      <a:moveTo>
                        <a:pt x="1142" y="0"/>
                      </a:moveTo>
                      <a:cubicBezTo>
                        <a:pt x="512" y="0"/>
                        <a:pt x="1" y="511"/>
                        <a:pt x="1" y="1141"/>
                      </a:cubicBezTo>
                      <a:cubicBezTo>
                        <a:pt x="1" y="1771"/>
                        <a:pt x="512" y="2282"/>
                        <a:pt x="1142" y="2282"/>
                      </a:cubicBezTo>
                      <a:cubicBezTo>
                        <a:pt x="1771" y="2282"/>
                        <a:pt x="2282" y="1771"/>
                        <a:pt x="2282" y="1141"/>
                      </a:cubicBezTo>
                      <a:cubicBezTo>
                        <a:pt x="2282" y="511"/>
                        <a:pt x="1771" y="0"/>
                        <a:pt x="1142" y="0"/>
                      </a:cubicBez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</p:grpSp>
        <p:sp>
          <p:nvSpPr>
            <p:cNvPr id="224" name="Google Shape;224;p7"/>
            <p:cNvSpPr/>
            <p:nvPr/>
          </p:nvSpPr>
          <p:spPr>
            <a:xfrm rot="157512">
              <a:off x="8799542" y="3225845"/>
              <a:ext cx="57022" cy="57072"/>
            </a:xfrm>
            <a:custGeom>
              <a:avLst/>
              <a:gdLst/>
              <a:ahLst/>
              <a:cxnLst/>
              <a:rect l="l" t="t" r="r" b="b"/>
              <a:pathLst>
                <a:path w="2281" h="2283" extrusionOk="0">
                  <a:moveTo>
                    <a:pt x="1141" y="1"/>
                  </a:moveTo>
                  <a:cubicBezTo>
                    <a:pt x="511" y="1"/>
                    <a:pt x="0" y="512"/>
                    <a:pt x="0" y="1142"/>
                  </a:cubicBezTo>
                  <a:cubicBezTo>
                    <a:pt x="0" y="1772"/>
                    <a:pt x="511" y="2283"/>
                    <a:pt x="1141" y="2283"/>
                  </a:cubicBezTo>
                  <a:cubicBezTo>
                    <a:pt x="1771" y="2283"/>
                    <a:pt x="2281" y="1772"/>
                    <a:pt x="2281" y="1142"/>
                  </a:cubicBezTo>
                  <a:cubicBezTo>
                    <a:pt x="2281" y="512"/>
                    <a:pt x="1771" y="1"/>
                    <a:pt x="1141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5" name="Google Shape;225;p7"/>
            <p:cNvSpPr/>
            <p:nvPr/>
          </p:nvSpPr>
          <p:spPr>
            <a:xfrm rot="157512">
              <a:off x="5710335" y="4761896"/>
              <a:ext cx="57072" cy="57072"/>
            </a:xfrm>
            <a:custGeom>
              <a:avLst/>
              <a:gdLst/>
              <a:ahLst/>
              <a:cxnLst/>
              <a:rect l="l" t="t" r="r" b="b"/>
              <a:pathLst>
                <a:path w="2283" h="2283" extrusionOk="0">
                  <a:moveTo>
                    <a:pt x="1141" y="1"/>
                  </a:moveTo>
                  <a:cubicBezTo>
                    <a:pt x="511" y="1"/>
                    <a:pt x="0" y="511"/>
                    <a:pt x="0" y="1142"/>
                  </a:cubicBezTo>
                  <a:cubicBezTo>
                    <a:pt x="0" y="1772"/>
                    <a:pt x="511" y="2283"/>
                    <a:pt x="1141" y="2283"/>
                  </a:cubicBezTo>
                  <a:cubicBezTo>
                    <a:pt x="1771" y="2283"/>
                    <a:pt x="2282" y="1772"/>
                    <a:pt x="2282" y="1142"/>
                  </a:cubicBezTo>
                  <a:cubicBezTo>
                    <a:pt x="2282" y="511"/>
                    <a:pt x="1771" y="1"/>
                    <a:pt x="1141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6" name="Google Shape;226;p7"/>
            <p:cNvSpPr/>
            <p:nvPr/>
          </p:nvSpPr>
          <p:spPr>
            <a:xfrm rot="157512">
              <a:off x="7885492" y="4168682"/>
              <a:ext cx="57047" cy="57047"/>
            </a:xfrm>
            <a:custGeom>
              <a:avLst/>
              <a:gdLst/>
              <a:ahLst/>
              <a:cxnLst/>
              <a:rect l="l" t="t" r="r" b="b"/>
              <a:pathLst>
                <a:path w="2282" h="2282" extrusionOk="0">
                  <a:moveTo>
                    <a:pt x="1141" y="0"/>
                  </a:moveTo>
                  <a:cubicBezTo>
                    <a:pt x="511" y="0"/>
                    <a:pt x="0" y="511"/>
                    <a:pt x="0" y="1141"/>
                  </a:cubicBezTo>
                  <a:cubicBezTo>
                    <a:pt x="0" y="1770"/>
                    <a:pt x="511" y="2281"/>
                    <a:pt x="1141" y="2281"/>
                  </a:cubicBezTo>
                  <a:cubicBezTo>
                    <a:pt x="1772" y="2281"/>
                    <a:pt x="2281" y="1770"/>
                    <a:pt x="2281" y="1141"/>
                  </a:cubicBezTo>
                  <a:cubicBezTo>
                    <a:pt x="2281" y="511"/>
                    <a:pt x="1772" y="0"/>
                    <a:pt x="1141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2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8" name="Google Shape;228;p8"/>
          <p:cNvSpPr txBox="1">
            <a:spLocks noGrp="1"/>
          </p:cNvSpPr>
          <p:nvPr>
            <p:ph type="title"/>
          </p:nvPr>
        </p:nvSpPr>
        <p:spPr>
          <a:xfrm>
            <a:off x="943050" y="1307100"/>
            <a:ext cx="7257900" cy="2529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86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grpSp>
        <p:nvGrpSpPr>
          <p:cNvPr id="229" name="Google Shape;229;p8"/>
          <p:cNvGrpSpPr/>
          <p:nvPr/>
        </p:nvGrpSpPr>
        <p:grpSpPr>
          <a:xfrm>
            <a:off x="5478864" y="2056701"/>
            <a:ext cx="5036265" cy="4113315"/>
            <a:chOff x="4780389" y="2513201"/>
            <a:chExt cx="5036265" cy="4113315"/>
          </a:xfrm>
        </p:grpSpPr>
        <p:grpSp>
          <p:nvGrpSpPr>
            <p:cNvPr id="230" name="Google Shape;230;p8"/>
            <p:cNvGrpSpPr/>
            <p:nvPr/>
          </p:nvGrpSpPr>
          <p:grpSpPr>
            <a:xfrm>
              <a:off x="4780389" y="2513201"/>
              <a:ext cx="5036265" cy="4113315"/>
              <a:chOff x="4673664" y="2214101"/>
              <a:chExt cx="5036265" cy="4113315"/>
            </a:xfrm>
          </p:grpSpPr>
          <p:sp>
            <p:nvSpPr>
              <p:cNvPr id="231" name="Google Shape;231;p8"/>
              <p:cNvSpPr/>
              <p:nvPr/>
            </p:nvSpPr>
            <p:spPr>
              <a:xfrm rot="157512">
                <a:off x="9047033" y="4559649"/>
                <a:ext cx="57072" cy="57047"/>
              </a:xfrm>
              <a:custGeom>
                <a:avLst/>
                <a:gdLst/>
                <a:ahLst/>
                <a:cxnLst/>
                <a:rect l="l" t="t" r="r" b="b"/>
                <a:pathLst>
                  <a:path w="2283" h="2282" extrusionOk="0">
                    <a:moveTo>
                      <a:pt x="1141" y="1"/>
                    </a:moveTo>
                    <a:cubicBezTo>
                      <a:pt x="511" y="1"/>
                      <a:pt x="0" y="512"/>
                      <a:pt x="0" y="1142"/>
                    </a:cubicBezTo>
                    <a:cubicBezTo>
                      <a:pt x="0" y="1771"/>
                      <a:pt x="511" y="2282"/>
                      <a:pt x="1141" y="2282"/>
                    </a:cubicBezTo>
                    <a:cubicBezTo>
                      <a:pt x="1771" y="2282"/>
                      <a:pt x="2282" y="1771"/>
                      <a:pt x="2282" y="1142"/>
                    </a:cubicBezTo>
                    <a:cubicBezTo>
                      <a:pt x="2282" y="512"/>
                      <a:pt x="1771" y="1"/>
                      <a:pt x="1141" y="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grpSp>
            <p:nvGrpSpPr>
              <p:cNvPr id="232" name="Google Shape;232;p8"/>
              <p:cNvGrpSpPr/>
              <p:nvPr/>
            </p:nvGrpSpPr>
            <p:grpSpPr>
              <a:xfrm>
                <a:off x="4673664" y="2214101"/>
                <a:ext cx="5036265" cy="4113315"/>
                <a:chOff x="4673664" y="2214101"/>
                <a:chExt cx="5036265" cy="4113315"/>
              </a:xfrm>
            </p:grpSpPr>
            <p:grpSp>
              <p:nvGrpSpPr>
                <p:cNvPr id="233" name="Google Shape;233;p8"/>
                <p:cNvGrpSpPr/>
                <p:nvPr/>
              </p:nvGrpSpPr>
              <p:grpSpPr>
                <a:xfrm>
                  <a:off x="4673664" y="2214101"/>
                  <a:ext cx="5036265" cy="4113315"/>
                  <a:chOff x="3825164" y="427026"/>
                  <a:chExt cx="5036265" cy="4113315"/>
                </a:xfrm>
              </p:grpSpPr>
              <p:sp>
                <p:nvSpPr>
                  <p:cNvPr id="234" name="Google Shape;234;p8"/>
                  <p:cNvSpPr/>
                  <p:nvPr/>
                </p:nvSpPr>
                <p:spPr>
                  <a:xfrm rot="157512">
                    <a:off x="6915828" y="473247"/>
                    <a:ext cx="650167" cy="72108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08" h="28845" fill="none" extrusionOk="0">
                        <a:moveTo>
                          <a:pt x="26008" y="20744"/>
                        </a:moveTo>
                        <a:lnTo>
                          <a:pt x="24980" y="6321"/>
                        </a:lnTo>
                        <a:lnTo>
                          <a:pt x="11976" y="1"/>
                        </a:lnTo>
                        <a:lnTo>
                          <a:pt x="0" y="8102"/>
                        </a:lnTo>
                        <a:lnTo>
                          <a:pt x="1028" y="22524"/>
                        </a:lnTo>
                        <a:lnTo>
                          <a:pt x="14032" y="28845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235" name="Google Shape;235;p8"/>
                  <p:cNvSpPr/>
                  <p:nvPr/>
                </p:nvSpPr>
                <p:spPr>
                  <a:xfrm rot="157512">
                    <a:off x="7541687" y="457392"/>
                    <a:ext cx="650192" cy="72111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09" h="28846" fill="none" extrusionOk="0">
                        <a:moveTo>
                          <a:pt x="26009" y="20743"/>
                        </a:moveTo>
                        <a:lnTo>
                          <a:pt x="24981" y="6321"/>
                        </a:lnTo>
                        <a:lnTo>
                          <a:pt x="11976" y="1"/>
                        </a:lnTo>
                        <a:lnTo>
                          <a:pt x="1" y="8102"/>
                        </a:lnTo>
                        <a:lnTo>
                          <a:pt x="1029" y="22525"/>
                        </a:lnTo>
                        <a:lnTo>
                          <a:pt x="14033" y="28845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236" name="Google Shape;236;p8"/>
                  <p:cNvSpPr/>
                  <p:nvPr/>
                </p:nvSpPr>
                <p:spPr>
                  <a:xfrm rot="157512">
                    <a:off x="8167572" y="441537"/>
                    <a:ext cx="650192" cy="72108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09" h="28845" fill="none" extrusionOk="0">
                        <a:moveTo>
                          <a:pt x="26008" y="20743"/>
                        </a:moveTo>
                        <a:lnTo>
                          <a:pt x="24980" y="6321"/>
                        </a:lnTo>
                        <a:lnTo>
                          <a:pt x="11976" y="0"/>
                        </a:lnTo>
                        <a:lnTo>
                          <a:pt x="1" y="8102"/>
                        </a:lnTo>
                        <a:lnTo>
                          <a:pt x="1029" y="22524"/>
                        </a:lnTo>
                        <a:lnTo>
                          <a:pt x="14033" y="28845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237" name="Google Shape;237;p8"/>
                  <p:cNvSpPr/>
                  <p:nvPr/>
                </p:nvSpPr>
                <p:spPr>
                  <a:xfrm rot="157512">
                    <a:off x="7242491" y="1007356"/>
                    <a:ext cx="650192" cy="72108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09" h="28845" fill="none" extrusionOk="0">
                        <a:moveTo>
                          <a:pt x="26008" y="20743"/>
                        </a:moveTo>
                        <a:lnTo>
                          <a:pt x="24980" y="6321"/>
                        </a:lnTo>
                        <a:lnTo>
                          <a:pt x="11976" y="1"/>
                        </a:lnTo>
                        <a:lnTo>
                          <a:pt x="0" y="8102"/>
                        </a:lnTo>
                        <a:lnTo>
                          <a:pt x="1028" y="22525"/>
                        </a:lnTo>
                        <a:lnTo>
                          <a:pt x="14033" y="28844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238" name="Google Shape;238;p8"/>
                  <p:cNvSpPr/>
                  <p:nvPr/>
                </p:nvSpPr>
                <p:spPr>
                  <a:xfrm rot="157512">
                    <a:off x="7868375" y="991501"/>
                    <a:ext cx="650167" cy="72108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08" h="28845" fill="none" extrusionOk="0">
                        <a:moveTo>
                          <a:pt x="26008" y="20743"/>
                        </a:moveTo>
                        <a:lnTo>
                          <a:pt x="24980" y="6321"/>
                        </a:lnTo>
                        <a:lnTo>
                          <a:pt x="11976" y="0"/>
                        </a:lnTo>
                        <a:lnTo>
                          <a:pt x="0" y="8102"/>
                        </a:lnTo>
                        <a:lnTo>
                          <a:pt x="1028" y="22524"/>
                        </a:lnTo>
                        <a:lnTo>
                          <a:pt x="14032" y="28845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239" name="Google Shape;239;p8"/>
                  <p:cNvSpPr/>
                  <p:nvPr/>
                </p:nvSpPr>
                <p:spPr>
                  <a:xfrm rot="157512">
                    <a:off x="6943294" y="1557320"/>
                    <a:ext cx="650167" cy="72108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08" h="28845" fill="none" extrusionOk="0">
                        <a:moveTo>
                          <a:pt x="26008" y="20743"/>
                        </a:moveTo>
                        <a:lnTo>
                          <a:pt x="24980" y="6320"/>
                        </a:lnTo>
                        <a:lnTo>
                          <a:pt x="11975" y="1"/>
                        </a:lnTo>
                        <a:lnTo>
                          <a:pt x="0" y="8102"/>
                        </a:lnTo>
                        <a:lnTo>
                          <a:pt x="1028" y="22524"/>
                        </a:lnTo>
                        <a:lnTo>
                          <a:pt x="14032" y="28844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240" name="Google Shape;240;p8"/>
                  <p:cNvSpPr/>
                  <p:nvPr/>
                </p:nvSpPr>
                <p:spPr>
                  <a:xfrm rot="157512">
                    <a:off x="7569154" y="1541466"/>
                    <a:ext cx="650217" cy="72106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10" h="28844" fill="none" extrusionOk="0">
                        <a:moveTo>
                          <a:pt x="26009" y="20743"/>
                        </a:moveTo>
                        <a:lnTo>
                          <a:pt x="24980" y="6321"/>
                        </a:lnTo>
                        <a:lnTo>
                          <a:pt x="11976" y="0"/>
                        </a:lnTo>
                        <a:lnTo>
                          <a:pt x="1" y="8101"/>
                        </a:lnTo>
                        <a:lnTo>
                          <a:pt x="1029" y="22524"/>
                        </a:lnTo>
                        <a:lnTo>
                          <a:pt x="14033" y="28844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241" name="Google Shape;241;p8"/>
                  <p:cNvSpPr/>
                  <p:nvPr/>
                </p:nvSpPr>
                <p:spPr>
                  <a:xfrm rot="157512">
                    <a:off x="8195039" y="1525586"/>
                    <a:ext cx="650217" cy="72111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10" h="28846" fill="none" extrusionOk="0">
                        <a:moveTo>
                          <a:pt x="26009" y="20743"/>
                        </a:moveTo>
                        <a:lnTo>
                          <a:pt x="24980" y="6322"/>
                        </a:lnTo>
                        <a:lnTo>
                          <a:pt x="11976" y="1"/>
                        </a:lnTo>
                        <a:lnTo>
                          <a:pt x="0" y="8103"/>
                        </a:lnTo>
                        <a:lnTo>
                          <a:pt x="1029" y="22525"/>
                        </a:lnTo>
                        <a:lnTo>
                          <a:pt x="14033" y="28846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242" name="Google Shape;242;p8"/>
                  <p:cNvSpPr/>
                  <p:nvPr/>
                </p:nvSpPr>
                <p:spPr>
                  <a:xfrm rot="157512">
                    <a:off x="4140535" y="2170703"/>
                    <a:ext cx="650217" cy="72108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10" h="28845" fill="none" extrusionOk="0">
                        <a:moveTo>
                          <a:pt x="26009" y="20743"/>
                        </a:moveTo>
                        <a:lnTo>
                          <a:pt x="24980" y="6321"/>
                        </a:lnTo>
                        <a:lnTo>
                          <a:pt x="11977" y="0"/>
                        </a:lnTo>
                        <a:lnTo>
                          <a:pt x="1" y="8102"/>
                        </a:lnTo>
                        <a:lnTo>
                          <a:pt x="1028" y="22524"/>
                        </a:lnTo>
                        <a:lnTo>
                          <a:pt x="14033" y="28845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243" name="Google Shape;243;p8"/>
                  <p:cNvSpPr/>
                  <p:nvPr/>
                </p:nvSpPr>
                <p:spPr>
                  <a:xfrm rot="157512">
                    <a:off x="4766419" y="2154848"/>
                    <a:ext cx="650192" cy="72108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09" h="28845" fill="none" extrusionOk="0">
                        <a:moveTo>
                          <a:pt x="26009" y="20743"/>
                        </a:moveTo>
                        <a:lnTo>
                          <a:pt x="24980" y="6321"/>
                        </a:lnTo>
                        <a:lnTo>
                          <a:pt x="11977" y="1"/>
                        </a:lnTo>
                        <a:lnTo>
                          <a:pt x="0" y="8102"/>
                        </a:lnTo>
                        <a:lnTo>
                          <a:pt x="1029" y="22524"/>
                        </a:lnTo>
                        <a:lnTo>
                          <a:pt x="14034" y="28845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244" name="Google Shape;244;p8"/>
                  <p:cNvSpPr/>
                  <p:nvPr/>
                </p:nvSpPr>
                <p:spPr>
                  <a:xfrm rot="157512">
                    <a:off x="5392303" y="2138993"/>
                    <a:ext cx="650192" cy="72108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09" h="28845" fill="none" extrusionOk="0">
                        <a:moveTo>
                          <a:pt x="26009" y="20743"/>
                        </a:moveTo>
                        <a:lnTo>
                          <a:pt x="24981" y="6321"/>
                        </a:lnTo>
                        <a:lnTo>
                          <a:pt x="11976" y="0"/>
                        </a:lnTo>
                        <a:lnTo>
                          <a:pt x="0" y="8102"/>
                        </a:lnTo>
                        <a:lnTo>
                          <a:pt x="1029" y="22524"/>
                        </a:lnTo>
                        <a:lnTo>
                          <a:pt x="14033" y="28844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245" name="Google Shape;245;p8"/>
                  <p:cNvSpPr/>
                  <p:nvPr/>
                </p:nvSpPr>
                <p:spPr>
                  <a:xfrm rot="157512">
                    <a:off x="6018188" y="2123139"/>
                    <a:ext cx="650192" cy="72108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09" h="28845" fill="none" extrusionOk="0">
                        <a:moveTo>
                          <a:pt x="26008" y="20743"/>
                        </a:moveTo>
                        <a:lnTo>
                          <a:pt x="24981" y="6321"/>
                        </a:lnTo>
                        <a:lnTo>
                          <a:pt x="11976" y="0"/>
                        </a:lnTo>
                        <a:lnTo>
                          <a:pt x="1" y="8102"/>
                        </a:lnTo>
                        <a:lnTo>
                          <a:pt x="1029" y="22524"/>
                        </a:lnTo>
                        <a:lnTo>
                          <a:pt x="14033" y="28845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246" name="Google Shape;246;p8"/>
                  <p:cNvSpPr/>
                  <p:nvPr/>
                </p:nvSpPr>
                <p:spPr>
                  <a:xfrm rot="157512">
                    <a:off x="6644073" y="2107259"/>
                    <a:ext cx="650192" cy="72111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09" h="28846" fill="none" extrusionOk="0">
                        <a:moveTo>
                          <a:pt x="26008" y="20743"/>
                        </a:moveTo>
                        <a:lnTo>
                          <a:pt x="24980" y="6321"/>
                        </a:lnTo>
                        <a:lnTo>
                          <a:pt x="11976" y="1"/>
                        </a:lnTo>
                        <a:lnTo>
                          <a:pt x="1" y="8103"/>
                        </a:lnTo>
                        <a:lnTo>
                          <a:pt x="1028" y="22525"/>
                        </a:lnTo>
                        <a:lnTo>
                          <a:pt x="14033" y="28845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247" name="Google Shape;247;p8"/>
                  <p:cNvSpPr/>
                  <p:nvPr/>
                </p:nvSpPr>
                <p:spPr>
                  <a:xfrm rot="157512">
                    <a:off x="7269957" y="2091430"/>
                    <a:ext cx="650192" cy="72106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09" h="28844" fill="none" extrusionOk="0">
                        <a:moveTo>
                          <a:pt x="26009" y="20743"/>
                        </a:moveTo>
                        <a:lnTo>
                          <a:pt x="24980" y="6320"/>
                        </a:lnTo>
                        <a:lnTo>
                          <a:pt x="11976" y="0"/>
                        </a:lnTo>
                        <a:lnTo>
                          <a:pt x="0" y="8101"/>
                        </a:lnTo>
                        <a:lnTo>
                          <a:pt x="1028" y="22523"/>
                        </a:lnTo>
                        <a:lnTo>
                          <a:pt x="14033" y="28844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248" name="Google Shape;248;p8"/>
                  <p:cNvSpPr/>
                  <p:nvPr/>
                </p:nvSpPr>
                <p:spPr>
                  <a:xfrm rot="157512">
                    <a:off x="7895842" y="2075550"/>
                    <a:ext cx="650192" cy="72108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09" h="28845" fill="none" extrusionOk="0">
                        <a:moveTo>
                          <a:pt x="26009" y="20743"/>
                        </a:moveTo>
                        <a:lnTo>
                          <a:pt x="24980" y="6322"/>
                        </a:lnTo>
                        <a:lnTo>
                          <a:pt x="11976" y="1"/>
                        </a:lnTo>
                        <a:lnTo>
                          <a:pt x="0" y="8102"/>
                        </a:lnTo>
                        <a:lnTo>
                          <a:pt x="1029" y="22525"/>
                        </a:lnTo>
                        <a:lnTo>
                          <a:pt x="14032" y="28845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249" name="Google Shape;249;p8"/>
                  <p:cNvSpPr/>
                  <p:nvPr/>
                </p:nvSpPr>
                <p:spPr>
                  <a:xfrm rot="157512">
                    <a:off x="3841337" y="2720667"/>
                    <a:ext cx="650192" cy="72111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09" h="28846" fill="none" extrusionOk="0">
                        <a:moveTo>
                          <a:pt x="26009" y="20743"/>
                        </a:moveTo>
                        <a:lnTo>
                          <a:pt x="24980" y="6321"/>
                        </a:lnTo>
                        <a:lnTo>
                          <a:pt x="11975" y="0"/>
                        </a:lnTo>
                        <a:lnTo>
                          <a:pt x="0" y="8102"/>
                        </a:lnTo>
                        <a:lnTo>
                          <a:pt x="1029" y="22524"/>
                        </a:lnTo>
                        <a:lnTo>
                          <a:pt x="14032" y="28845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250" name="Google Shape;250;p8"/>
                  <p:cNvSpPr/>
                  <p:nvPr/>
                </p:nvSpPr>
                <p:spPr>
                  <a:xfrm rot="157512">
                    <a:off x="4467198" y="2704787"/>
                    <a:ext cx="650217" cy="72111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10" h="28846" fill="none" extrusionOk="0">
                        <a:moveTo>
                          <a:pt x="26010" y="20743"/>
                        </a:moveTo>
                        <a:lnTo>
                          <a:pt x="24982" y="6322"/>
                        </a:lnTo>
                        <a:lnTo>
                          <a:pt x="11977" y="1"/>
                        </a:lnTo>
                        <a:lnTo>
                          <a:pt x="1" y="8103"/>
                        </a:lnTo>
                        <a:lnTo>
                          <a:pt x="1030" y="22525"/>
                        </a:lnTo>
                        <a:lnTo>
                          <a:pt x="14033" y="28846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251" name="Google Shape;251;p8"/>
                  <p:cNvSpPr/>
                  <p:nvPr/>
                </p:nvSpPr>
                <p:spPr>
                  <a:xfrm rot="157512">
                    <a:off x="5093107" y="2688958"/>
                    <a:ext cx="650192" cy="72108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09" h="28845" fill="none" extrusionOk="0">
                        <a:moveTo>
                          <a:pt x="26008" y="20743"/>
                        </a:moveTo>
                        <a:lnTo>
                          <a:pt x="24980" y="6320"/>
                        </a:lnTo>
                        <a:lnTo>
                          <a:pt x="11976" y="0"/>
                        </a:lnTo>
                        <a:lnTo>
                          <a:pt x="1" y="8102"/>
                        </a:lnTo>
                        <a:lnTo>
                          <a:pt x="1029" y="22523"/>
                        </a:lnTo>
                        <a:lnTo>
                          <a:pt x="14033" y="28844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252" name="Google Shape;252;p8"/>
                  <p:cNvSpPr/>
                  <p:nvPr/>
                </p:nvSpPr>
                <p:spPr>
                  <a:xfrm rot="157512">
                    <a:off x="5718992" y="2673103"/>
                    <a:ext cx="650192" cy="72106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09" h="28844" fill="none" extrusionOk="0">
                        <a:moveTo>
                          <a:pt x="26008" y="20743"/>
                        </a:moveTo>
                        <a:lnTo>
                          <a:pt x="24980" y="6321"/>
                        </a:lnTo>
                        <a:lnTo>
                          <a:pt x="11976" y="0"/>
                        </a:lnTo>
                        <a:lnTo>
                          <a:pt x="0" y="8101"/>
                        </a:lnTo>
                        <a:lnTo>
                          <a:pt x="1028" y="22524"/>
                        </a:lnTo>
                        <a:lnTo>
                          <a:pt x="14033" y="28844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253" name="Google Shape;253;p8"/>
                  <p:cNvSpPr/>
                  <p:nvPr/>
                </p:nvSpPr>
                <p:spPr>
                  <a:xfrm rot="157512">
                    <a:off x="6344876" y="2657223"/>
                    <a:ext cx="650167" cy="72111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08" h="28846" fill="none" extrusionOk="0">
                        <a:moveTo>
                          <a:pt x="26008" y="20743"/>
                        </a:moveTo>
                        <a:lnTo>
                          <a:pt x="24980" y="6321"/>
                        </a:lnTo>
                        <a:lnTo>
                          <a:pt x="11975" y="1"/>
                        </a:lnTo>
                        <a:lnTo>
                          <a:pt x="0" y="8103"/>
                        </a:lnTo>
                        <a:lnTo>
                          <a:pt x="1028" y="22525"/>
                        </a:lnTo>
                        <a:lnTo>
                          <a:pt x="14032" y="28845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254" name="Google Shape;254;p8"/>
                  <p:cNvSpPr/>
                  <p:nvPr/>
                </p:nvSpPr>
                <p:spPr>
                  <a:xfrm rot="157512">
                    <a:off x="6970736" y="2641369"/>
                    <a:ext cx="650217" cy="72111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10" h="28846" fill="none" extrusionOk="0">
                        <a:moveTo>
                          <a:pt x="26010" y="20743"/>
                        </a:moveTo>
                        <a:lnTo>
                          <a:pt x="24981" y="6321"/>
                        </a:lnTo>
                        <a:lnTo>
                          <a:pt x="11976" y="0"/>
                        </a:lnTo>
                        <a:lnTo>
                          <a:pt x="1" y="8102"/>
                        </a:lnTo>
                        <a:lnTo>
                          <a:pt x="1029" y="22524"/>
                        </a:lnTo>
                        <a:lnTo>
                          <a:pt x="14033" y="28845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255" name="Google Shape;255;p8"/>
                  <p:cNvSpPr/>
                  <p:nvPr/>
                </p:nvSpPr>
                <p:spPr>
                  <a:xfrm rot="157512">
                    <a:off x="4168001" y="3254751"/>
                    <a:ext cx="650217" cy="72111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10" h="28846" fill="none" extrusionOk="0">
                        <a:moveTo>
                          <a:pt x="26009" y="20744"/>
                        </a:moveTo>
                        <a:lnTo>
                          <a:pt x="24980" y="6322"/>
                        </a:lnTo>
                        <a:lnTo>
                          <a:pt x="11977" y="1"/>
                        </a:lnTo>
                        <a:lnTo>
                          <a:pt x="0" y="8103"/>
                        </a:lnTo>
                        <a:lnTo>
                          <a:pt x="1029" y="22525"/>
                        </a:lnTo>
                        <a:lnTo>
                          <a:pt x="14034" y="28846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256" name="Google Shape;256;p8"/>
                  <p:cNvSpPr/>
                  <p:nvPr/>
                </p:nvSpPr>
                <p:spPr>
                  <a:xfrm rot="157512">
                    <a:off x="4793885" y="3238896"/>
                    <a:ext cx="650192" cy="72111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09" h="28846" fill="none" extrusionOk="0">
                        <a:moveTo>
                          <a:pt x="26009" y="20743"/>
                        </a:moveTo>
                        <a:lnTo>
                          <a:pt x="24981" y="6321"/>
                        </a:lnTo>
                        <a:lnTo>
                          <a:pt x="11977" y="0"/>
                        </a:lnTo>
                        <a:lnTo>
                          <a:pt x="0" y="8103"/>
                        </a:lnTo>
                        <a:lnTo>
                          <a:pt x="1029" y="22525"/>
                        </a:lnTo>
                        <a:lnTo>
                          <a:pt x="14033" y="28845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257" name="Google Shape;257;p8"/>
                  <p:cNvSpPr/>
                  <p:nvPr/>
                </p:nvSpPr>
                <p:spPr>
                  <a:xfrm rot="157512">
                    <a:off x="5419770" y="3223067"/>
                    <a:ext cx="650192" cy="72106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09" h="28844" fill="none" extrusionOk="0">
                        <a:moveTo>
                          <a:pt x="26009" y="20743"/>
                        </a:moveTo>
                        <a:lnTo>
                          <a:pt x="24981" y="6320"/>
                        </a:lnTo>
                        <a:lnTo>
                          <a:pt x="11976" y="0"/>
                        </a:lnTo>
                        <a:lnTo>
                          <a:pt x="1" y="8101"/>
                        </a:lnTo>
                        <a:lnTo>
                          <a:pt x="1029" y="22523"/>
                        </a:lnTo>
                        <a:lnTo>
                          <a:pt x="14033" y="28844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258" name="Google Shape;258;p8"/>
                  <p:cNvSpPr/>
                  <p:nvPr/>
                </p:nvSpPr>
                <p:spPr>
                  <a:xfrm rot="157512">
                    <a:off x="6045654" y="3207187"/>
                    <a:ext cx="650192" cy="72111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09" h="28846" fill="none" extrusionOk="0">
                        <a:moveTo>
                          <a:pt x="26008" y="20743"/>
                        </a:moveTo>
                        <a:lnTo>
                          <a:pt x="24980" y="6321"/>
                        </a:lnTo>
                        <a:lnTo>
                          <a:pt x="11976" y="1"/>
                        </a:lnTo>
                        <a:lnTo>
                          <a:pt x="1" y="8102"/>
                        </a:lnTo>
                        <a:lnTo>
                          <a:pt x="1029" y="22525"/>
                        </a:lnTo>
                        <a:lnTo>
                          <a:pt x="14033" y="28845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259" name="Google Shape;259;p8"/>
                  <p:cNvSpPr/>
                  <p:nvPr/>
                </p:nvSpPr>
                <p:spPr>
                  <a:xfrm rot="157512">
                    <a:off x="3868779" y="3804714"/>
                    <a:ext cx="650217" cy="72111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10" h="28846" fill="none" extrusionOk="0">
                        <a:moveTo>
                          <a:pt x="26010" y="20744"/>
                        </a:moveTo>
                        <a:lnTo>
                          <a:pt x="24982" y="6322"/>
                        </a:lnTo>
                        <a:lnTo>
                          <a:pt x="11977" y="1"/>
                        </a:lnTo>
                        <a:lnTo>
                          <a:pt x="1" y="8102"/>
                        </a:lnTo>
                        <a:lnTo>
                          <a:pt x="1030" y="22525"/>
                        </a:lnTo>
                        <a:lnTo>
                          <a:pt x="14034" y="28846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260" name="Google Shape;260;p8"/>
                  <p:cNvSpPr/>
                  <p:nvPr/>
                </p:nvSpPr>
                <p:spPr>
                  <a:xfrm rot="157512">
                    <a:off x="4494689" y="3788860"/>
                    <a:ext cx="650192" cy="72111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09" h="28846" fill="none" extrusionOk="0">
                        <a:moveTo>
                          <a:pt x="26008" y="20743"/>
                        </a:moveTo>
                        <a:lnTo>
                          <a:pt x="24980" y="6321"/>
                        </a:lnTo>
                        <a:lnTo>
                          <a:pt x="11976" y="1"/>
                        </a:lnTo>
                        <a:lnTo>
                          <a:pt x="1" y="8103"/>
                        </a:lnTo>
                        <a:lnTo>
                          <a:pt x="1029" y="22525"/>
                        </a:lnTo>
                        <a:lnTo>
                          <a:pt x="14033" y="28845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261" name="Google Shape;261;p8"/>
                  <p:cNvSpPr/>
                  <p:nvPr/>
                </p:nvSpPr>
                <p:spPr>
                  <a:xfrm rot="157512">
                    <a:off x="5120574" y="3773006"/>
                    <a:ext cx="650192" cy="72108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09" h="28845" fill="none" extrusionOk="0">
                        <a:moveTo>
                          <a:pt x="26008" y="20744"/>
                        </a:moveTo>
                        <a:lnTo>
                          <a:pt x="24980" y="6321"/>
                        </a:lnTo>
                        <a:lnTo>
                          <a:pt x="11976" y="0"/>
                        </a:lnTo>
                        <a:lnTo>
                          <a:pt x="0" y="8102"/>
                        </a:lnTo>
                        <a:lnTo>
                          <a:pt x="1028" y="22524"/>
                        </a:lnTo>
                        <a:lnTo>
                          <a:pt x="14033" y="28845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</p:grpSp>
            <p:sp>
              <p:nvSpPr>
                <p:cNvPr id="262" name="Google Shape;262;p8"/>
                <p:cNvSpPr/>
                <p:nvPr/>
              </p:nvSpPr>
              <p:spPr>
                <a:xfrm rot="157512">
                  <a:off x="6228998" y="4446717"/>
                  <a:ext cx="57072" cy="5704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283" h="2282" extrusionOk="0">
                      <a:moveTo>
                        <a:pt x="1142" y="0"/>
                      </a:moveTo>
                      <a:cubicBezTo>
                        <a:pt x="512" y="0"/>
                        <a:pt x="1" y="511"/>
                        <a:pt x="1" y="1141"/>
                      </a:cubicBezTo>
                      <a:cubicBezTo>
                        <a:pt x="1" y="1771"/>
                        <a:pt x="512" y="2281"/>
                        <a:pt x="1142" y="2281"/>
                      </a:cubicBezTo>
                      <a:cubicBezTo>
                        <a:pt x="1772" y="2281"/>
                        <a:pt x="2283" y="1772"/>
                        <a:pt x="2283" y="1141"/>
                      </a:cubicBezTo>
                      <a:cubicBezTo>
                        <a:pt x="2283" y="511"/>
                        <a:pt x="1772" y="0"/>
                        <a:pt x="1142" y="0"/>
                      </a:cubicBez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63" name="Google Shape;263;p8"/>
                <p:cNvSpPr/>
                <p:nvPr/>
              </p:nvSpPr>
              <p:spPr>
                <a:xfrm rot="157512">
                  <a:off x="9351770" y="4005108"/>
                  <a:ext cx="57047" cy="5707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282" h="2283" extrusionOk="0">
                      <a:moveTo>
                        <a:pt x="1141" y="0"/>
                      </a:moveTo>
                      <a:cubicBezTo>
                        <a:pt x="511" y="0"/>
                        <a:pt x="0" y="511"/>
                        <a:pt x="0" y="1141"/>
                      </a:cubicBezTo>
                      <a:cubicBezTo>
                        <a:pt x="0" y="1772"/>
                        <a:pt x="511" y="2282"/>
                        <a:pt x="1141" y="2282"/>
                      </a:cubicBezTo>
                      <a:cubicBezTo>
                        <a:pt x="1771" y="2282"/>
                        <a:pt x="2281" y="1772"/>
                        <a:pt x="2281" y="1141"/>
                      </a:cubicBezTo>
                      <a:cubicBezTo>
                        <a:pt x="2281" y="511"/>
                        <a:pt x="1771" y="0"/>
                        <a:pt x="1141" y="0"/>
                      </a:cubicBez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64" name="Google Shape;264;p8"/>
                <p:cNvSpPr/>
                <p:nvPr/>
              </p:nvSpPr>
              <p:spPr>
                <a:xfrm rot="157512">
                  <a:off x="8403706" y="3847890"/>
                  <a:ext cx="57072" cy="5704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283" h="2282" extrusionOk="0">
                      <a:moveTo>
                        <a:pt x="1141" y="1"/>
                      </a:moveTo>
                      <a:cubicBezTo>
                        <a:pt x="511" y="1"/>
                        <a:pt x="0" y="511"/>
                        <a:pt x="0" y="1141"/>
                      </a:cubicBezTo>
                      <a:cubicBezTo>
                        <a:pt x="0" y="1771"/>
                        <a:pt x="511" y="2282"/>
                        <a:pt x="1141" y="2282"/>
                      </a:cubicBezTo>
                      <a:cubicBezTo>
                        <a:pt x="1771" y="2282"/>
                        <a:pt x="2282" y="1771"/>
                        <a:pt x="2282" y="1141"/>
                      </a:cubicBezTo>
                      <a:cubicBezTo>
                        <a:pt x="2282" y="511"/>
                        <a:pt x="1771" y="1"/>
                        <a:pt x="1141" y="1"/>
                      </a:cubicBez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65" name="Google Shape;265;p8"/>
                <p:cNvSpPr/>
                <p:nvPr/>
              </p:nvSpPr>
              <p:spPr>
                <a:xfrm rot="157512">
                  <a:off x="8124633" y="5115580"/>
                  <a:ext cx="57047" cy="5704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282" h="2282" extrusionOk="0">
                      <a:moveTo>
                        <a:pt x="1140" y="0"/>
                      </a:moveTo>
                      <a:cubicBezTo>
                        <a:pt x="511" y="0"/>
                        <a:pt x="0" y="511"/>
                        <a:pt x="0" y="1141"/>
                      </a:cubicBezTo>
                      <a:cubicBezTo>
                        <a:pt x="0" y="1771"/>
                        <a:pt x="510" y="2281"/>
                        <a:pt x="1140" y="2281"/>
                      </a:cubicBezTo>
                      <a:cubicBezTo>
                        <a:pt x="1771" y="2281"/>
                        <a:pt x="2281" y="1771"/>
                        <a:pt x="2281" y="1141"/>
                      </a:cubicBezTo>
                      <a:cubicBezTo>
                        <a:pt x="2281" y="511"/>
                        <a:pt x="1771" y="0"/>
                        <a:pt x="1140" y="0"/>
                      </a:cubicBez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66" name="Google Shape;266;p8"/>
                <p:cNvSpPr/>
                <p:nvPr/>
              </p:nvSpPr>
              <p:spPr>
                <a:xfrm rot="157512">
                  <a:off x="6574005" y="5703526"/>
                  <a:ext cx="57072" cy="5704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283" h="2282" extrusionOk="0">
                      <a:moveTo>
                        <a:pt x="1141" y="1"/>
                      </a:moveTo>
                      <a:cubicBezTo>
                        <a:pt x="511" y="1"/>
                        <a:pt x="0" y="511"/>
                        <a:pt x="0" y="1141"/>
                      </a:cubicBezTo>
                      <a:cubicBezTo>
                        <a:pt x="0" y="1771"/>
                        <a:pt x="511" y="2282"/>
                        <a:pt x="1141" y="2282"/>
                      </a:cubicBezTo>
                      <a:cubicBezTo>
                        <a:pt x="1771" y="2282"/>
                        <a:pt x="2282" y="1771"/>
                        <a:pt x="2282" y="1141"/>
                      </a:cubicBezTo>
                      <a:cubicBezTo>
                        <a:pt x="2282" y="511"/>
                        <a:pt x="1771" y="1"/>
                        <a:pt x="1141" y="1"/>
                      </a:cubicBez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67" name="Google Shape;267;p8"/>
                <p:cNvSpPr/>
                <p:nvPr/>
              </p:nvSpPr>
              <p:spPr>
                <a:xfrm rot="157512">
                  <a:off x="5957267" y="6080755"/>
                  <a:ext cx="57072" cy="5704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283" h="2282" extrusionOk="0">
                      <a:moveTo>
                        <a:pt x="1141" y="0"/>
                      </a:moveTo>
                      <a:cubicBezTo>
                        <a:pt x="511" y="0"/>
                        <a:pt x="0" y="510"/>
                        <a:pt x="0" y="1140"/>
                      </a:cubicBezTo>
                      <a:cubicBezTo>
                        <a:pt x="0" y="1770"/>
                        <a:pt x="511" y="2281"/>
                        <a:pt x="1141" y="2281"/>
                      </a:cubicBezTo>
                      <a:cubicBezTo>
                        <a:pt x="1771" y="2281"/>
                        <a:pt x="2282" y="1770"/>
                        <a:pt x="2282" y="1140"/>
                      </a:cubicBezTo>
                      <a:cubicBezTo>
                        <a:pt x="2282" y="510"/>
                        <a:pt x="1771" y="0"/>
                        <a:pt x="1141" y="0"/>
                      </a:cubicBez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68" name="Google Shape;268;p8"/>
                <p:cNvSpPr/>
                <p:nvPr/>
              </p:nvSpPr>
              <p:spPr>
                <a:xfrm rot="157512">
                  <a:off x="5929801" y="4996682"/>
                  <a:ext cx="57072" cy="5704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283" h="2282" extrusionOk="0">
                      <a:moveTo>
                        <a:pt x="1142" y="0"/>
                      </a:moveTo>
                      <a:cubicBezTo>
                        <a:pt x="511" y="0"/>
                        <a:pt x="1" y="510"/>
                        <a:pt x="1" y="1140"/>
                      </a:cubicBezTo>
                      <a:cubicBezTo>
                        <a:pt x="1" y="1771"/>
                        <a:pt x="511" y="2281"/>
                        <a:pt x="1142" y="2281"/>
                      </a:cubicBezTo>
                      <a:cubicBezTo>
                        <a:pt x="1772" y="2281"/>
                        <a:pt x="2283" y="1771"/>
                        <a:pt x="2283" y="1140"/>
                      </a:cubicBezTo>
                      <a:cubicBezTo>
                        <a:pt x="2283" y="510"/>
                        <a:pt x="1772" y="0"/>
                        <a:pt x="1142" y="0"/>
                      </a:cubicBez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69" name="Google Shape;269;p8"/>
                <p:cNvSpPr/>
                <p:nvPr/>
              </p:nvSpPr>
              <p:spPr>
                <a:xfrm rot="157512">
                  <a:off x="9015730" y="3465389"/>
                  <a:ext cx="57047" cy="5707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282" h="2283" extrusionOk="0">
                      <a:moveTo>
                        <a:pt x="1142" y="0"/>
                      </a:moveTo>
                      <a:cubicBezTo>
                        <a:pt x="512" y="0"/>
                        <a:pt x="1" y="511"/>
                        <a:pt x="1" y="1141"/>
                      </a:cubicBezTo>
                      <a:cubicBezTo>
                        <a:pt x="1" y="1771"/>
                        <a:pt x="512" y="2282"/>
                        <a:pt x="1142" y="2282"/>
                      </a:cubicBezTo>
                      <a:cubicBezTo>
                        <a:pt x="1771" y="2282"/>
                        <a:pt x="2282" y="1771"/>
                        <a:pt x="2282" y="1141"/>
                      </a:cubicBezTo>
                      <a:cubicBezTo>
                        <a:pt x="2282" y="511"/>
                        <a:pt x="1771" y="0"/>
                        <a:pt x="1142" y="0"/>
                      </a:cubicBez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</p:grpSp>
        <p:sp>
          <p:nvSpPr>
            <p:cNvPr id="270" name="Google Shape;270;p8"/>
            <p:cNvSpPr/>
            <p:nvPr/>
          </p:nvSpPr>
          <p:spPr>
            <a:xfrm rot="157512">
              <a:off x="8799542" y="3225845"/>
              <a:ext cx="57022" cy="57072"/>
            </a:xfrm>
            <a:custGeom>
              <a:avLst/>
              <a:gdLst/>
              <a:ahLst/>
              <a:cxnLst/>
              <a:rect l="l" t="t" r="r" b="b"/>
              <a:pathLst>
                <a:path w="2281" h="2283" extrusionOk="0">
                  <a:moveTo>
                    <a:pt x="1141" y="1"/>
                  </a:moveTo>
                  <a:cubicBezTo>
                    <a:pt x="511" y="1"/>
                    <a:pt x="0" y="512"/>
                    <a:pt x="0" y="1142"/>
                  </a:cubicBezTo>
                  <a:cubicBezTo>
                    <a:pt x="0" y="1772"/>
                    <a:pt x="511" y="2283"/>
                    <a:pt x="1141" y="2283"/>
                  </a:cubicBezTo>
                  <a:cubicBezTo>
                    <a:pt x="1771" y="2283"/>
                    <a:pt x="2281" y="1772"/>
                    <a:pt x="2281" y="1142"/>
                  </a:cubicBezTo>
                  <a:cubicBezTo>
                    <a:pt x="2281" y="512"/>
                    <a:pt x="1771" y="1"/>
                    <a:pt x="1141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1" name="Google Shape;271;p8"/>
            <p:cNvSpPr/>
            <p:nvPr/>
          </p:nvSpPr>
          <p:spPr>
            <a:xfrm rot="157512">
              <a:off x="5710335" y="4761896"/>
              <a:ext cx="57072" cy="57072"/>
            </a:xfrm>
            <a:custGeom>
              <a:avLst/>
              <a:gdLst/>
              <a:ahLst/>
              <a:cxnLst/>
              <a:rect l="l" t="t" r="r" b="b"/>
              <a:pathLst>
                <a:path w="2283" h="2283" extrusionOk="0">
                  <a:moveTo>
                    <a:pt x="1141" y="1"/>
                  </a:moveTo>
                  <a:cubicBezTo>
                    <a:pt x="511" y="1"/>
                    <a:pt x="0" y="511"/>
                    <a:pt x="0" y="1142"/>
                  </a:cubicBezTo>
                  <a:cubicBezTo>
                    <a:pt x="0" y="1772"/>
                    <a:pt x="511" y="2283"/>
                    <a:pt x="1141" y="2283"/>
                  </a:cubicBezTo>
                  <a:cubicBezTo>
                    <a:pt x="1771" y="2283"/>
                    <a:pt x="2282" y="1772"/>
                    <a:pt x="2282" y="1142"/>
                  </a:cubicBezTo>
                  <a:cubicBezTo>
                    <a:pt x="2282" y="511"/>
                    <a:pt x="1771" y="1"/>
                    <a:pt x="1141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2" name="Google Shape;272;p8"/>
            <p:cNvSpPr/>
            <p:nvPr/>
          </p:nvSpPr>
          <p:spPr>
            <a:xfrm rot="157512">
              <a:off x="7885492" y="4168682"/>
              <a:ext cx="57047" cy="57047"/>
            </a:xfrm>
            <a:custGeom>
              <a:avLst/>
              <a:gdLst/>
              <a:ahLst/>
              <a:cxnLst/>
              <a:rect l="l" t="t" r="r" b="b"/>
              <a:pathLst>
                <a:path w="2282" h="2282" extrusionOk="0">
                  <a:moveTo>
                    <a:pt x="1141" y="0"/>
                  </a:moveTo>
                  <a:cubicBezTo>
                    <a:pt x="511" y="0"/>
                    <a:pt x="0" y="511"/>
                    <a:pt x="0" y="1141"/>
                  </a:cubicBezTo>
                  <a:cubicBezTo>
                    <a:pt x="0" y="1770"/>
                    <a:pt x="511" y="2281"/>
                    <a:pt x="1141" y="2281"/>
                  </a:cubicBezTo>
                  <a:cubicBezTo>
                    <a:pt x="1772" y="2281"/>
                    <a:pt x="2281" y="1770"/>
                    <a:pt x="2281" y="1141"/>
                  </a:cubicBezTo>
                  <a:cubicBezTo>
                    <a:pt x="2281" y="511"/>
                    <a:pt x="1772" y="0"/>
                    <a:pt x="1141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273" name="Google Shape;273;p8"/>
          <p:cNvGrpSpPr/>
          <p:nvPr/>
        </p:nvGrpSpPr>
        <p:grpSpPr>
          <a:xfrm>
            <a:off x="-128336" y="-2516262"/>
            <a:ext cx="5036265" cy="4113315"/>
            <a:chOff x="4780389" y="2513201"/>
            <a:chExt cx="5036265" cy="4113315"/>
          </a:xfrm>
        </p:grpSpPr>
        <p:grpSp>
          <p:nvGrpSpPr>
            <p:cNvPr id="274" name="Google Shape;274;p8"/>
            <p:cNvGrpSpPr/>
            <p:nvPr/>
          </p:nvGrpSpPr>
          <p:grpSpPr>
            <a:xfrm>
              <a:off x="4780389" y="2513201"/>
              <a:ext cx="5036265" cy="4113315"/>
              <a:chOff x="4673664" y="2214101"/>
              <a:chExt cx="5036265" cy="4113315"/>
            </a:xfrm>
          </p:grpSpPr>
          <p:sp>
            <p:nvSpPr>
              <p:cNvPr id="275" name="Google Shape;275;p8"/>
              <p:cNvSpPr/>
              <p:nvPr/>
            </p:nvSpPr>
            <p:spPr>
              <a:xfrm rot="157512">
                <a:off x="9047033" y="4559649"/>
                <a:ext cx="57072" cy="57047"/>
              </a:xfrm>
              <a:custGeom>
                <a:avLst/>
                <a:gdLst/>
                <a:ahLst/>
                <a:cxnLst/>
                <a:rect l="l" t="t" r="r" b="b"/>
                <a:pathLst>
                  <a:path w="2283" h="2282" extrusionOk="0">
                    <a:moveTo>
                      <a:pt x="1141" y="1"/>
                    </a:moveTo>
                    <a:cubicBezTo>
                      <a:pt x="511" y="1"/>
                      <a:pt x="0" y="512"/>
                      <a:pt x="0" y="1142"/>
                    </a:cubicBezTo>
                    <a:cubicBezTo>
                      <a:pt x="0" y="1771"/>
                      <a:pt x="511" y="2282"/>
                      <a:pt x="1141" y="2282"/>
                    </a:cubicBezTo>
                    <a:cubicBezTo>
                      <a:pt x="1771" y="2282"/>
                      <a:pt x="2282" y="1771"/>
                      <a:pt x="2282" y="1142"/>
                    </a:cubicBezTo>
                    <a:cubicBezTo>
                      <a:pt x="2282" y="512"/>
                      <a:pt x="1771" y="1"/>
                      <a:pt x="1141" y="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grpSp>
            <p:nvGrpSpPr>
              <p:cNvPr id="276" name="Google Shape;276;p8"/>
              <p:cNvGrpSpPr/>
              <p:nvPr/>
            </p:nvGrpSpPr>
            <p:grpSpPr>
              <a:xfrm>
                <a:off x="4673664" y="2214101"/>
                <a:ext cx="5036265" cy="4113315"/>
                <a:chOff x="4673664" y="2214101"/>
                <a:chExt cx="5036265" cy="4113315"/>
              </a:xfrm>
            </p:grpSpPr>
            <p:grpSp>
              <p:nvGrpSpPr>
                <p:cNvPr id="277" name="Google Shape;277;p8"/>
                <p:cNvGrpSpPr/>
                <p:nvPr/>
              </p:nvGrpSpPr>
              <p:grpSpPr>
                <a:xfrm>
                  <a:off x="4673664" y="2214101"/>
                  <a:ext cx="5036265" cy="4113315"/>
                  <a:chOff x="3825164" y="427026"/>
                  <a:chExt cx="5036265" cy="4113315"/>
                </a:xfrm>
              </p:grpSpPr>
              <p:sp>
                <p:nvSpPr>
                  <p:cNvPr id="278" name="Google Shape;278;p8"/>
                  <p:cNvSpPr/>
                  <p:nvPr/>
                </p:nvSpPr>
                <p:spPr>
                  <a:xfrm rot="157512">
                    <a:off x="6915828" y="473247"/>
                    <a:ext cx="650167" cy="72108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08" h="28845" fill="none" extrusionOk="0">
                        <a:moveTo>
                          <a:pt x="26008" y="20744"/>
                        </a:moveTo>
                        <a:lnTo>
                          <a:pt x="24980" y="6321"/>
                        </a:lnTo>
                        <a:lnTo>
                          <a:pt x="11976" y="1"/>
                        </a:lnTo>
                        <a:lnTo>
                          <a:pt x="0" y="8102"/>
                        </a:lnTo>
                        <a:lnTo>
                          <a:pt x="1028" y="22524"/>
                        </a:lnTo>
                        <a:lnTo>
                          <a:pt x="14032" y="28845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279" name="Google Shape;279;p8"/>
                  <p:cNvSpPr/>
                  <p:nvPr/>
                </p:nvSpPr>
                <p:spPr>
                  <a:xfrm rot="157512">
                    <a:off x="7541687" y="457392"/>
                    <a:ext cx="650192" cy="72111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09" h="28846" fill="none" extrusionOk="0">
                        <a:moveTo>
                          <a:pt x="26009" y="20743"/>
                        </a:moveTo>
                        <a:lnTo>
                          <a:pt x="24981" y="6321"/>
                        </a:lnTo>
                        <a:lnTo>
                          <a:pt x="11976" y="1"/>
                        </a:lnTo>
                        <a:lnTo>
                          <a:pt x="1" y="8102"/>
                        </a:lnTo>
                        <a:lnTo>
                          <a:pt x="1029" y="22525"/>
                        </a:lnTo>
                        <a:lnTo>
                          <a:pt x="14033" y="28845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280" name="Google Shape;280;p8"/>
                  <p:cNvSpPr/>
                  <p:nvPr/>
                </p:nvSpPr>
                <p:spPr>
                  <a:xfrm rot="157512">
                    <a:off x="8167572" y="441537"/>
                    <a:ext cx="650192" cy="72108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09" h="28845" fill="none" extrusionOk="0">
                        <a:moveTo>
                          <a:pt x="26008" y="20743"/>
                        </a:moveTo>
                        <a:lnTo>
                          <a:pt x="24980" y="6321"/>
                        </a:lnTo>
                        <a:lnTo>
                          <a:pt x="11976" y="0"/>
                        </a:lnTo>
                        <a:lnTo>
                          <a:pt x="1" y="8102"/>
                        </a:lnTo>
                        <a:lnTo>
                          <a:pt x="1029" y="22524"/>
                        </a:lnTo>
                        <a:lnTo>
                          <a:pt x="14033" y="28845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281" name="Google Shape;281;p8"/>
                  <p:cNvSpPr/>
                  <p:nvPr/>
                </p:nvSpPr>
                <p:spPr>
                  <a:xfrm rot="157512">
                    <a:off x="7242491" y="1007356"/>
                    <a:ext cx="650192" cy="72108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09" h="28845" fill="none" extrusionOk="0">
                        <a:moveTo>
                          <a:pt x="26008" y="20743"/>
                        </a:moveTo>
                        <a:lnTo>
                          <a:pt x="24980" y="6321"/>
                        </a:lnTo>
                        <a:lnTo>
                          <a:pt x="11976" y="1"/>
                        </a:lnTo>
                        <a:lnTo>
                          <a:pt x="0" y="8102"/>
                        </a:lnTo>
                        <a:lnTo>
                          <a:pt x="1028" y="22525"/>
                        </a:lnTo>
                        <a:lnTo>
                          <a:pt x="14033" y="28844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282" name="Google Shape;282;p8"/>
                  <p:cNvSpPr/>
                  <p:nvPr/>
                </p:nvSpPr>
                <p:spPr>
                  <a:xfrm rot="157512">
                    <a:off x="7868375" y="991501"/>
                    <a:ext cx="650167" cy="72108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08" h="28845" fill="none" extrusionOk="0">
                        <a:moveTo>
                          <a:pt x="26008" y="20743"/>
                        </a:moveTo>
                        <a:lnTo>
                          <a:pt x="24980" y="6321"/>
                        </a:lnTo>
                        <a:lnTo>
                          <a:pt x="11976" y="0"/>
                        </a:lnTo>
                        <a:lnTo>
                          <a:pt x="0" y="8102"/>
                        </a:lnTo>
                        <a:lnTo>
                          <a:pt x="1028" y="22524"/>
                        </a:lnTo>
                        <a:lnTo>
                          <a:pt x="14032" y="28845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283" name="Google Shape;283;p8"/>
                  <p:cNvSpPr/>
                  <p:nvPr/>
                </p:nvSpPr>
                <p:spPr>
                  <a:xfrm rot="157512">
                    <a:off x="6943294" y="1557320"/>
                    <a:ext cx="650167" cy="72108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08" h="28845" fill="none" extrusionOk="0">
                        <a:moveTo>
                          <a:pt x="26008" y="20743"/>
                        </a:moveTo>
                        <a:lnTo>
                          <a:pt x="24980" y="6320"/>
                        </a:lnTo>
                        <a:lnTo>
                          <a:pt x="11975" y="1"/>
                        </a:lnTo>
                        <a:lnTo>
                          <a:pt x="0" y="8102"/>
                        </a:lnTo>
                        <a:lnTo>
                          <a:pt x="1028" y="22524"/>
                        </a:lnTo>
                        <a:lnTo>
                          <a:pt x="14032" y="28844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284" name="Google Shape;284;p8"/>
                  <p:cNvSpPr/>
                  <p:nvPr/>
                </p:nvSpPr>
                <p:spPr>
                  <a:xfrm rot="157512">
                    <a:off x="7569154" y="1541466"/>
                    <a:ext cx="650217" cy="72106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10" h="28844" fill="none" extrusionOk="0">
                        <a:moveTo>
                          <a:pt x="26009" y="20743"/>
                        </a:moveTo>
                        <a:lnTo>
                          <a:pt x="24980" y="6321"/>
                        </a:lnTo>
                        <a:lnTo>
                          <a:pt x="11976" y="0"/>
                        </a:lnTo>
                        <a:lnTo>
                          <a:pt x="1" y="8101"/>
                        </a:lnTo>
                        <a:lnTo>
                          <a:pt x="1029" y="22524"/>
                        </a:lnTo>
                        <a:lnTo>
                          <a:pt x="14033" y="28844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285" name="Google Shape;285;p8"/>
                  <p:cNvSpPr/>
                  <p:nvPr/>
                </p:nvSpPr>
                <p:spPr>
                  <a:xfrm rot="157512">
                    <a:off x="8195039" y="1525586"/>
                    <a:ext cx="650217" cy="72111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10" h="28846" fill="none" extrusionOk="0">
                        <a:moveTo>
                          <a:pt x="26009" y="20743"/>
                        </a:moveTo>
                        <a:lnTo>
                          <a:pt x="24980" y="6322"/>
                        </a:lnTo>
                        <a:lnTo>
                          <a:pt x="11976" y="1"/>
                        </a:lnTo>
                        <a:lnTo>
                          <a:pt x="0" y="8103"/>
                        </a:lnTo>
                        <a:lnTo>
                          <a:pt x="1029" y="22525"/>
                        </a:lnTo>
                        <a:lnTo>
                          <a:pt x="14033" y="28846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286" name="Google Shape;286;p8"/>
                  <p:cNvSpPr/>
                  <p:nvPr/>
                </p:nvSpPr>
                <p:spPr>
                  <a:xfrm rot="157512">
                    <a:off x="4140535" y="2170703"/>
                    <a:ext cx="650217" cy="72108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10" h="28845" fill="none" extrusionOk="0">
                        <a:moveTo>
                          <a:pt x="26009" y="20743"/>
                        </a:moveTo>
                        <a:lnTo>
                          <a:pt x="24980" y="6321"/>
                        </a:lnTo>
                        <a:lnTo>
                          <a:pt x="11977" y="0"/>
                        </a:lnTo>
                        <a:lnTo>
                          <a:pt x="1" y="8102"/>
                        </a:lnTo>
                        <a:lnTo>
                          <a:pt x="1028" y="22524"/>
                        </a:lnTo>
                        <a:lnTo>
                          <a:pt x="14033" y="28845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287" name="Google Shape;287;p8"/>
                  <p:cNvSpPr/>
                  <p:nvPr/>
                </p:nvSpPr>
                <p:spPr>
                  <a:xfrm rot="157512">
                    <a:off x="4766419" y="2154848"/>
                    <a:ext cx="650192" cy="72108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09" h="28845" fill="none" extrusionOk="0">
                        <a:moveTo>
                          <a:pt x="26009" y="20743"/>
                        </a:moveTo>
                        <a:lnTo>
                          <a:pt x="24980" y="6321"/>
                        </a:lnTo>
                        <a:lnTo>
                          <a:pt x="11977" y="1"/>
                        </a:lnTo>
                        <a:lnTo>
                          <a:pt x="0" y="8102"/>
                        </a:lnTo>
                        <a:lnTo>
                          <a:pt x="1029" y="22524"/>
                        </a:lnTo>
                        <a:lnTo>
                          <a:pt x="14034" y="28845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288" name="Google Shape;288;p8"/>
                  <p:cNvSpPr/>
                  <p:nvPr/>
                </p:nvSpPr>
                <p:spPr>
                  <a:xfrm rot="157512">
                    <a:off x="5392303" y="2138993"/>
                    <a:ext cx="650192" cy="72108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09" h="28845" fill="none" extrusionOk="0">
                        <a:moveTo>
                          <a:pt x="26009" y="20743"/>
                        </a:moveTo>
                        <a:lnTo>
                          <a:pt x="24981" y="6321"/>
                        </a:lnTo>
                        <a:lnTo>
                          <a:pt x="11976" y="0"/>
                        </a:lnTo>
                        <a:lnTo>
                          <a:pt x="0" y="8102"/>
                        </a:lnTo>
                        <a:lnTo>
                          <a:pt x="1029" y="22524"/>
                        </a:lnTo>
                        <a:lnTo>
                          <a:pt x="14033" y="28844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289" name="Google Shape;289;p8"/>
                  <p:cNvSpPr/>
                  <p:nvPr/>
                </p:nvSpPr>
                <p:spPr>
                  <a:xfrm rot="157512">
                    <a:off x="6018188" y="2123139"/>
                    <a:ext cx="650192" cy="72108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09" h="28845" fill="none" extrusionOk="0">
                        <a:moveTo>
                          <a:pt x="26008" y="20743"/>
                        </a:moveTo>
                        <a:lnTo>
                          <a:pt x="24981" y="6321"/>
                        </a:lnTo>
                        <a:lnTo>
                          <a:pt x="11976" y="0"/>
                        </a:lnTo>
                        <a:lnTo>
                          <a:pt x="1" y="8102"/>
                        </a:lnTo>
                        <a:lnTo>
                          <a:pt x="1029" y="22524"/>
                        </a:lnTo>
                        <a:lnTo>
                          <a:pt x="14033" y="28845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290" name="Google Shape;290;p8"/>
                  <p:cNvSpPr/>
                  <p:nvPr/>
                </p:nvSpPr>
                <p:spPr>
                  <a:xfrm rot="157512">
                    <a:off x="6644073" y="2107259"/>
                    <a:ext cx="650192" cy="72111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09" h="28846" fill="none" extrusionOk="0">
                        <a:moveTo>
                          <a:pt x="26008" y="20743"/>
                        </a:moveTo>
                        <a:lnTo>
                          <a:pt x="24980" y="6321"/>
                        </a:lnTo>
                        <a:lnTo>
                          <a:pt x="11976" y="1"/>
                        </a:lnTo>
                        <a:lnTo>
                          <a:pt x="1" y="8103"/>
                        </a:lnTo>
                        <a:lnTo>
                          <a:pt x="1028" y="22525"/>
                        </a:lnTo>
                        <a:lnTo>
                          <a:pt x="14033" y="28845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291" name="Google Shape;291;p8"/>
                  <p:cNvSpPr/>
                  <p:nvPr/>
                </p:nvSpPr>
                <p:spPr>
                  <a:xfrm rot="157512">
                    <a:off x="7269957" y="2091430"/>
                    <a:ext cx="650192" cy="72106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09" h="28844" fill="none" extrusionOk="0">
                        <a:moveTo>
                          <a:pt x="26009" y="20743"/>
                        </a:moveTo>
                        <a:lnTo>
                          <a:pt x="24980" y="6320"/>
                        </a:lnTo>
                        <a:lnTo>
                          <a:pt x="11976" y="0"/>
                        </a:lnTo>
                        <a:lnTo>
                          <a:pt x="0" y="8101"/>
                        </a:lnTo>
                        <a:lnTo>
                          <a:pt x="1028" y="22523"/>
                        </a:lnTo>
                        <a:lnTo>
                          <a:pt x="14033" y="28844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292" name="Google Shape;292;p8"/>
                  <p:cNvSpPr/>
                  <p:nvPr/>
                </p:nvSpPr>
                <p:spPr>
                  <a:xfrm rot="157512">
                    <a:off x="7895842" y="2075550"/>
                    <a:ext cx="650192" cy="72108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09" h="28845" fill="none" extrusionOk="0">
                        <a:moveTo>
                          <a:pt x="26009" y="20743"/>
                        </a:moveTo>
                        <a:lnTo>
                          <a:pt x="24980" y="6322"/>
                        </a:lnTo>
                        <a:lnTo>
                          <a:pt x="11976" y="1"/>
                        </a:lnTo>
                        <a:lnTo>
                          <a:pt x="0" y="8102"/>
                        </a:lnTo>
                        <a:lnTo>
                          <a:pt x="1029" y="22525"/>
                        </a:lnTo>
                        <a:lnTo>
                          <a:pt x="14032" y="28845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293" name="Google Shape;293;p8"/>
                  <p:cNvSpPr/>
                  <p:nvPr/>
                </p:nvSpPr>
                <p:spPr>
                  <a:xfrm rot="157512">
                    <a:off x="3841337" y="2720667"/>
                    <a:ext cx="650192" cy="72111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09" h="28846" fill="none" extrusionOk="0">
                        <a:moveTo>
                          <a:pt x="26009" y="20743"/>
                        </a:moveTo>
                        <a:lnTo>
                          <a:pt x="24980" y="6321"/>
                        </a:lnTo>
                        <a:lnTo>
                          <a:pt x="11975" y="0"/>
                        </a:lnTo>
                        <a:lnTo>
                          <a:pt x="0" y="8102"/>
                        </a:lnTo>
                        <a:lnTo>
                          <a:pt x="1029" y="22524"/>
                        </a:lnTo>
                        <a:lnTo>
                          <a:pt x="14032" y="28845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294" name="Google Shape;294;p8"/>
                  <p:cNvSpPr/>
                  <p:nvPr/>
                </p:nvSpPr>
                <p:spPr>
                  <a:xfrm rot="157512">
                    <a:off x="4467198" y="2704787"/>
                    <a:ext cx="650217" cy="72111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10" h="28846" fill="none" extrusionOk="0">
                        <a:moveTo>
                          <a:pt x="26010" y="20743"/>
                        </a:moveTo>
                        <a:lnTo>
                          <a:pt x="24982" y="6322"/>
                        </a:lnTo>
                        <a:lnTo>
                          <a:pt x="11977" y="1"/>
                        </a:lnTo>
                        <a:lnTo>
                          <a:pt x="1" y="8103"/>
                        </a:lnTo>
                        <a:lnTo>
                          <a:pt x="1030" y="22525"/>
                        </a:lnTo>
                        <a:lnTo>
                          <a:pt x="14033" y="28846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295" name="Google Shape;295;p8"/>
                  <p:cNvSpPr/>
                  <p:nvPr/>
                </p:nvSpPr>
                <p:spPr>
                  <a:xfrm rot="157512">
                    <a:off x="5093107" y="2688958"/>
                    <a:ext cx="650192" cy="72108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09" h="28845" fill="none" extrusionOk="0">
                        <a:moveTo>
                          <a:pt x="26008" y="20743"/>
                        </a:moveTo>
                        <a:lnTo>
                          <a:pt x="24980" y="6320"/>
                        </a:lnTo>
                        <a:lnTo>
                          <a:pt x="11976" y="0"/>
                        </a:lnTo>
                        <a:lnTo>
                          <a:pt x="1" y="8102"/>
                        </a:lnTo>
                        <a:lnTo>
                          <a:pt x="1029" y="22523"/>
                        </a:lnTo>
                        <a:lnTo>
                          <a:pt x="14033" y="28844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296" name="Google Shape;296;p8"/>
                  <p:cNvSpPr/>
                  <p:nvPr/>
                </p:nvSpPr>
                <p:spPr>
                  <a:xfrm rot="157512">
                    <a:off x="5718992" y="2673103"/>
                    <a:ext cx="650192" cy="72106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09" h="28844" fill="none" extrusionOk="0">
                        <a:moveTo>
                          <a:pt x="26008" y="20743"/>
                        </a:moveTo>
                        <a:lnTo>
                          <a:pt x="24980" y="6321"/>
                        </a:lnTo>
                        <a:lnTo>
                          <a:pt x="11976" y="0"/>
                        </a:lnTo>
                        <a:lnTo>
                          <a:pt x="0" y="8101"/>
                        </a:lnTo>
                        <a:lnTo>
                          <a:pt x="1028" y="22524"/>
                        </a:lnTo>
                        <a:lnTo>
                          <a:pt x="14033" y="28844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297" name="Google Shape;297;p8"/>
                  <p:cNvSpPr/>
                  <p:nvPr/>
                </p:nvSpPr>
                <p:spPr>
                  <a:xfrm rot="157512">
                    <a:off x="6344876" y="2657223"/>
                    <a:ext cx="650167" cy="72111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08" h="28846" fill="none" extrusionOk="0">
                        <a:moveTo>
                          <a:pt x="26008" y="20743"/>
                        </a:moveTo>
                        <a:lnTo>
                          <a:pt x="24980" y="6321"/>
                        </a:lnTo>
                        <a:lnTo>
                          <a:pt x="11975" y="1"/>
                        </a:lnTo>
                        <a:lnTo>
                          <a:pt x="0" y="8103"/>
                        </a:lnTo>
                        <a:lnTo>
                          <a:pt x="1028" y="22525"/>
                        </a:lnTo>
                        <a:lnTo>
                          <a:pt x="14032" y="28845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298" name="Google Shape;298;p8"/>
                  <p:cNvSpPr/>
                  <p:nvPr/>
                </p:nvSpPr>
                <p:spPr>
                  <a:xfrm rot="157512">
                    <a:off x="6970736" y="2641369"/>
                    <a:ext cx="650217" cy="72111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10" h="28846" fill="none" extrusionOk="0">
                        <a:moveTo>
                          <a:pt x="26010" y="20743"/>
                        </a:moveTo>
                        <a:lnTo>
                          <a:pt x="24981" y="6321"/>
                        </a:lnTo>
                        <a:lnTo>
                          <a:pt x="11976" y="0"/>
                        </a:lnTo>
                        <a:lnTo>
                          <a:pt x="1" y="8102"/>
                        </a:lnTo>
                        <a:lnTo>
                          <a:pt x="1029" y="22524"/>
                        </a:lnTo>
                        <a:lnTo>
                          <a:pt x="14033" y="28845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299" name="Google Shape;299;p8"/>
                  <p:cNvSpPr/>
                  <p:nvPr/>
                </p:nvSpPr>
                <p:spPr>
                  <a:xfrm rot="157512">
                    <a:off x="4168001" y="3254751"/>
                    <a:ext cx="650217" cy="72111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10" h="28846" fill="none" extrusionOk="0">
                        <a:moveTo>
                          <a:pt x="26009" y="20744"/>
                        </a:moveTo>
                        <a:lnTo>
                          <a:pt x="24980" y="6322"/>
                        </a:lnTo>
                        <a:lnTo>
                          <a:pt x="11977" y="1"/>
                        </a:lnTo>
                        <a:lnTo>
                          <a:pt x="0" y="8103"/>
                        </a:lnTo>
                        <a:lnTo>
                          <a:pt x="1029" y="22525"/>
                        </a:lnTo>
                        <a:lnTo>
                          <a:pt x="14034" y="28846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300" name="Google Shape;300;p8"/>
                  <p:cNvSpPr/>
                  <p:nvPr/>
                </p:nvSpPr>
                <p:spPr>
                  <a:xfrm rot="157512">
                    <a:off x="4793885" y="3238896"/>
                    <a:ext cx="650192" cy="72111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09" h="28846" fill="none" extrusionOk="0">
                        <a:moveTo>
                          <a:pt x="26009" y="20743"/>
                        </a:moveTo>
                        <a:lnTo>
                          <a:pt x="24981" y="6321"/>
                        </a:lnTo>
                        <a:lnTo>
                          <a:pt x="11977" y="0"/>
                        </a:lnTo>
                        <a:lnTo>
                          <a:pt x="0" y="8103"/>
                        </a:lnTo>
                        <a:lnTo>
                          <a:pt x="1029" y="22525"/>
                        </a:lnTo>
                        <a:lnTo>
                          <a:pt x="14033" y="28845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301" name="Google Shape;301;p8"/>
                  <p:cNvSpPr/>
                  <p:nvPr/>
                </p:nvSpPr>
                <p:spPr>
                  <a:xfrm rot="157512">
                    <a:off x="5419770" y="3223067"/>
                    <a:ext cx="650192" cy="72106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09" h="28844" fill="none" extrusionOk="0">
                        <a:moveTo>
                          <a:pt x="26009" y="20743"/>
                        </a:moveTo>
                        <a:lnTo>
                          <a:pt x="24981" y="6320"/>
                        </a:lnTo>
                        <a:lnTo>
                          <a:pt x="11976" y="0"/>
                        </a:lnTo>
                        <a:lnTo>
                          <a:pt x="1" y="8101"/>
                        </a:lnTo>
                        <a:lnTo>
                          <a:pt x="1029" y="22523"/>
                        </a:lnTo>
                        <a:lnTo>
                          <a:pt x="14033" y="28844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302" name="Google Shape;302;p8"/>
                  <p:cNvSpPr/>
                  <p:nvPr/>
                </p:nvSpPr>
                <p:spPr>
                  <a:xfrm rot="157512">
                    <a:off x="6045654" y="3207187"/>
                    <a:ext cx="650192" cy="72111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09" h="28846" fill="none" extrusionOk="0">
                        <a:moveTo>
                          <a:pt x="26008" y="20743"/>
                        </a:moveTo>
                        <a:lnTo>
                          <a:pt x="24980" y="6321"/>
                        </a:lnTo>
                        <a:lnTo>
                          <a:pt x="11976" y="1"/>
                        </a:lnTo>
                        <a:lnTo>
                          <a:pt x="1" y="8102"/>
                        </a:lnTo>
                        <a:lnTo>
                          <a:pt x="1029" y="22525"/>
                        </a:lnTo>
                        <a:lnTo>
                          <a:pt x="14033" y="28845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303" name="Google Shape;303;p8"/>
                  <p:cNvSpPr/>
                  <p:nvPr/>
                </p:nvSpPr>
                <p:spPr>
                  <a:xfrm rot="157512">
                    <a:off x="3868779" y="3804714"/>
                    <a:ext cx="650217" cy="72111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10" h="28846" fill="none" extrusionOk="0">
                        <a:moveTo>
                          <a:pt x="26010" y="20744"/>
                        </a:moveTo>
                        <a:lnTo>
                          <a:pt x="24982" y="6322"/>
                        </a:lnTo>
                        <a:lnTo>
                          <a:pt x="11977" y="1"/>
                        </a:lnTo>
                        <a:lnTo>
                          <a:pt x="1" y="8102"/>
                        </a:lnTo>
                        <a:lnTo>
                          <a:pt x="1030" y="22525"/>
                        </a:lnTo>
                        <a:lnTo>
                          <a:pt x="14034" y="28846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304" name="Google Shape;304;p8"/>
                  <p:cNvSpPr/>
                  <p:nvPr/>
                </p:nvSpPr>
                <p:spPr>
                  <a:xfrm rot="157512">
                    <a:off x="4494689" y="3788860"/>
                    <a:ext cx="650192" cy="72111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09" h="28846" fill="none" extrusionOk="0">
                        <a:moveTo>
                          <a:pt x="26008" y="20743"/>
                        </a:moveTo>
                        <a:lnTo>
                          <a:pt x="24980" y="6321"/>
                        </a:lnTo>
                        <a:lnTo>
                          <a:pt x="11976" y="1"/>
                        </a:lnTo>
                        <a:lnTo>
                          <a:pt x="1" y="8103"/>
                        </a:lnTo>
                        <a:lnTo>
                          <a:pt x="1029" y="22525"/>
                        </a:lnTo>
                        <a:lnTo>
                          <a:pt x="14033" y="28845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305" name="Google Shape;305;p8"/>
                  <p:cNvSpPr/>
                  <p:nvPr/>
                </p:nvSpPr>
                <p:spPr>
                  <a:xfrm rot="157512">
                    <a:off x="5120574" y="3773006"/>
                    <a:ext cx="650192" cy="72108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09" h="28845" fill="none" extrusionOk="0">
                        <a:moveTo>
                          <a:pt x="26008" y="20744"/>
                        </a:moveTo>
                        <a:lnTo>
                          <a:pt x="24980" y="6321"/>
                        </a:lnTo>
                        <a:lnTo>
                          <a:pt x="11976" y="0"/>
                        </a:lnTo>
                        <a:lnTo>
                          <a:pt x="0" y="8102"/>
                        </a:lnTo>
                        <a:lnTo>
                          <a:pt x="1028" y="22524"/>
                        </a:lnTo>
                        <a:lnTo>
                          <a:pt x="14033" y="28845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</p:grpSp>
            <p:sp>
              <p:nvSpPr>
                <p:cNvPr id="306" name="Google Shape;306;p8"/>
                <p:cNvSpPr/>
                <p:nvPr/>
              </p:nvSpPr>
              <p:spPr>
                <a:xfrm rot="157512">
                  <a:off x="6228998" y="4446717"/>
                  <a:ext cx="57072" cy="5704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283" h="2282" extrusionOk="0">
                      <a:moveTo>
                        <a:pt x="1142" y="0"/>
                      </a:moveTo>
                      <a:cubicBezTo>
                        <a:pt x="512" y="0"/>
                        <a:pt x="1" y="511"/>
                        <a:pt x="1" y="1141"/>
                      </a:cubicBezTo>
                      <a:cubicBezTo>
                        <a:pt x="1" y="1771"/>
                        <a:pt x="512" y="2281"/>
                        <a:pt x="1142" y="2281"/>
                      </a:cubicBezTo>
                      <a:cubicBezTo>
                        <a:pt x="1772" y="2281"/>
                        <a:pt x="2283" y="1772"/>
                        <a:pt x="2283" y="1141"/>
                      </a:cubicBezTo>
                      <a:cubicBezTo>
                        <a:pt x="2283" y="511"/>
                        <a:pt x="1772" y="0"/>
                        <a:pt x="1142" y="0"/>
                      </a:cubicBez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07" name="Google Shape;307;p8"/>
                <p:cNvSpPr/>
                <p:nvPr/>
              </p:nvSpPr>
              <p:spPr>
                <a:xfrm rot="157512">
                  <a:off x="9351770" y="4005108"/>
                  <a:ext cx="57047" cy="5707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282" h="2283" extrusionOk="0">
                      <a:moveTo>
                        <a:pt x="1141" y="0"/>
                      </a:moveTo>
                      <a:cubicBezTo>
                        <a:pt x="511" y="0"/>
                        <a:pt x="0" y="511"/>
                        <a:pt x="0" y="1141"/>
                      </a:cubicBezTo>
                      <a:cubicBezTo>
                        <a:pt x="0" y="1772"/>
                        <a:pt x="511" y="2282"/>
                        <a:pt x="1141" y="2282"/>
                      </a:cubicBezTo>
                      <a:cubicBezTo>
                        <a:pt x="1771" y="2282"/>
                        <a:pt x="2281" y="1772"/>
                        <a:pt x="2281" y="1141"/>
                      </a:cubicBezTo>
                      <a:cubicBezTo>
                        <a:pt x="2281" y="511"/>
                        <a:pt x="1771" y="0"/>
                        <a:pt x="1141" y="0"/>
                      </a:cubicBez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08" name="Google Shape;308;p8"/>
                <p:cNvSpPr/>
                <p:nvPr/>
              </p:nvSpPr>
              <p:spPr>
                <a:xfrm rot="157512">
                  <a:off x="8403706" y="3847890"/>
                  <a:ext cx="57072" cy="5704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283" h="2282" extrusionOk="0">
                      <a:moveTo>
                        <a:pt x="1141" y="1"/>
                      </a:moveTo>
                      <a:cubicBezTo>
                        <a:pt x="511" y="1"/>
                        <a:pt x="0" y="511"/>
                        <a:pt x="0" y="1141"/>
                      </a:cubicBezTo>
                      <a:cubicBezTo>
                        <a:pt x="0" y="1771"/>
                        <a:pt x="511" y="2282"/>
                        <a:pt x="1141" y="2282"/>
                      </a:cubicBezTo>
                      <a:cubicBezTo>
                        <a:pt x="1771" y="2282"/>
                        <a:pt x="2282" y="1771"/>
                        <a:pt x="2282" y="1141"/>
                      </a:cubicBezTo>
                      <a:cubicBezTo>
                        <a:pt x="2282" y="511"/>
                        <a:pt x="1771" y="1"/>
                        <a:pt x="1141" y="1"/>
                      </a:cubicBez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09" name="Google Shape;309;p8"/>
                <p:cNvSpPr/>
                <p:nvPr/>
              </p:nvSpPr>
              <p:spPr>
                <a:xfrm rot="157512">
                  <a:off x="8124633" y="5115580"/>
                  <a:ext cx="57047" cy="5704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282" h="2282" extrusionOk="0">
                      <a:moveTo>
                        <a:pt x="1140" y="0"/>
                      </a:moveTo>
                      <a:cubicBezTo>
                        <a:pt x="511" y="0"/>
                        <a:pt x="0" y="511"/>
                        <a:pt x="0" y="1141"/>
                      </a:cubicBezTo>
                      <a:cubicBezTo>
                        <a:pt x="0" y="1771"/>
                        <a:pt x="510" y="2281"/>
                        <a:pt x="1140" y="2281"/>
                      </a:cubicBezTo>
                      <a:cubicBezTo>
                        <a:pt x="1771" y="2281"/>
                        <a:pt x="2281" y="1771"/>
                        <a:pt x="2281" y="1141"/>
                      </a:cubicBezTo>
                      <a:cubicBezTo>
                        <a:pt x="2281" y="511"/>
                        <a:pt x="1771" y="0"/>
                        <a:pt x="1140" y="0"/>
                      </a:cubicBez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10" name="Google Shape;310;p8"/>
                <p:cNvSpPr/>
                <p:nvPr/>
              </p:nvSpPr>
              <p:spPr>
                <a:xfrm rot="157512">
                  <a:off x="6574005" y="5703526"/>
                  <a:ext cx="57072" cy="5704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283" h="2282" extrusionOk="0">
                      <a:moveTo>
                        <a:pt x="1141" y="1"/>
                      </a:moveTo>
                      <a:cubicBezTo>
                        <a:pt x="511" y="1"/>
                        <a:pt x="0" y="511"/>
                        <a:pt x="0" y="1141"/>
                      </a:cubicBezTo>
                      <a:cubicBezTo>
                        <a:pt x="0" y="1771"/>
                        <a:pt x="511" y="2282"/>
                        <a:pt x="1141" y="2282"/>
                      </a:cubicBezTo>
                      <a:cubicBezTo>
                        <a:pt x="1771" y="2282"/>
                        <a:pt x="2282" y="1771"/>
                        <a:pt x="2282" y="1141"/>
                      </a:cubicBezTo>
                      <a:cubicBezTo>
                        <a:pt x="2282" y="511"/>
                        <a:pt x="1771" y="1"/>
                        <a:pt x="1141" y="1"/>
                      </a:cubicBez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11" name="Google Shape;311;p8"/>
                <p:cNvSpPr/>
                <p:nvPr/>
              </p:nvSpPr>
              <p:spPr>
                <a:xfrm rot="157512">
                  <a:off x="5957267" y="6080755"/>
                  <a:ext cx="57072" cy="5704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283" h="2282" extrusionOk="0">
                      <a:moveTo>
                        <a:pt x="1141" y="0"/>
                      </a:moveTo>
                      <a:cubicBezTo>
                        <a:pt x="511" y="0"/>
                        <a:pt x="0" y="510"/>
                        <a:pt x="0" y="1140"/>
                      </a:cubicBezTo>
                      <a:cubicBezTo>
                        <a:pt x="0" y="1770"/>
                        <a:pt x="511" y="2281"/>
                        <a:pt x="1141" y="2281"/>
                      </a:cubicBezTo>
                      <a:cubicBezTo>
                        <a:pt x="1771" y="2281"/>
                        <a:pt x="2282" y="1770"/>
                        <a:pt x="2282" y="1140"/>
                      </a:cubicBezTo>
                      <a:cubicBezTo>
                        <a:pt x="2282" y="510"/>
                        <a:pt x="1771" y="0"/>
                        <a:pt x="1141" y="0"/>
                      </a:cubicBez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12" name="Google Shape;312;p8"/>
                <p:cNvSpPr/>
                <p:nvPr/>
              </p:nvSpPr>
              <p:spPr>
                <a:xfrm rot="157512">
                  <a:off x="5929801" y="4996682"/>
                  <a:ext cx="57072" cy="5704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283" h="2282" extrusionOk="0">
                      <a:moveTo>
                        <a:pt x="1142" y="0"/>
                      </a:moveTo>
                      <a:cubicBezTo>
                        <a:pt x="511" y="0"/>
                        <a:pt x="1" y="510"/>
                        <a:pt x="1" y="1140"/>
                      </a:cubicBezTo>
                      <a:cubicBezTo>
                        <a:pt x="1" y="1771"/>
                        <a:pt x="511" y="2281"/>
                        <a:pt x="1142" y="2281"/>
                      </a:cubicBezTo>
                      <a:cubicBezTo>
                        <a:pt x="1772" y="2281"/>
                        <a:pt x="2283" y="1771"/>
                        <a:pt x="2283" y="1140"/>
                      </a:cubicBezTo>
                      <a:cubicBezTo>
                        <a:pt x="2283" y="510"/>
                        <a:pt x="1772" y="0"/>
                        <a:pt x="1142" y="0"/>
                      </a:cubicBez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13" name="Google Shape;313;p8"/>
                <p:cNvSpPr/>
                <p:nvPr/>
              </p:nvSpPr>
              <p:spPr>
                <a:xfrm rot="157512">
                  <a:off x="9015730" y="3465389"/>
                  <a:ext cx="57047" cy="5707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282" h="2283" extrusionOk="0">
                      <a:moveTo>
                        <a:pt x="1142" y="0"/>
                      </a:moveTo>
                      <a:cubicBezTo>
                        <a:pt x="512" y="0"/>
                        <a:pt x="1" y="511"/>
                        <a:pt x="1" y="1141"/>
                      </a:cubicBezTo>
                      <a:cubicBezTo>
                        <a:pt x="1" y="1771"/>
                        <a:pt x="512" y="2282"/>
                        <a:pt x="1142" y="2282"/>
                      </a:cubicBezTo>
                      <a:cubicBezTo>
                        <a:pt x="1771" y="2282"/>
                        <a:pt x="2282" y="1771"/>
                        <a:pt x="2282" y="1141"/>
                      </a:cubicBezTo>
                      <a:cubicBezTo>
                        <a:pt x="2282" y="511"/>
                        <a:pt x="1771" y="0"/>
                        <a:pt x="1142" y="0"/>
                      </a:cubicBez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</p:grpSp>
        <p:sp>
          <p:nvSpPr>
            <p:cNvPr id="314" name="Google Shape;314;p8"/>
            <p:cNvSpPr/>
            <p:nvPr/>
          </p:nvSpPr>
          <p:spPr>
            <a:xfrm rot="157512">
              <a:off x="8799542" y="3225845"/>
              <a:ext cx="57022" cy="57072"/>
            </a:xfrm>
            <a:custGeom>
              <a:avLst/>
              <a:gdLst/>
              <a:ahLst/>
              <a:cxnLst/>
              <a:rect l="l" t="t" r="r" b="b"/>
              <a:pathLst>
                <a:path w="2281" h="2283" extrusionOk="0">
                  <a:moveTo>
                    <a:pt x="1141" y="1"/>
                  </a:moveTo>
                  <a:cubicBezTo>
                    <a:pt x="511" y="1"/>
                    <a:pt x="0" y="512"/>
                    <a:pt x="0" y="1142"/>
                  </a:cubicBezTo>
                  <a:cubicBezTo>
                    <a:pt x="0" y="1772"/>
                    <a:pt x="511" y="2283"/>
                    <a:pt x="1141" y="2283"/>
                  </a:cubicBezTo>
                  <a:cubicBezTo>
                    <a:pt x="1771" y="2283"/>
                    <a:pt x="2281" y="1772"/>
                    <a:pt x="2281" y="1142"/>
                  </a:cubicBezTo>
                  <a:cubicBezTo>
                    <a:pt x="2281" y="512"/>
                    <a:pt x="1771" y="1"/>
                    <a:pt x="1141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5" name="Google Shape;315;p8"/>
            <p:cNvSpPr/>
            <p:nvPr/>
          </p:nvSpPr>
          <p:spPr>
            <a:xfrm rot="157512">
              <a:off x="5710335" y="4761896"/>
              <a:ext cx="57072" cy="57072"/>
            </a:xfrm>
            <a:custGeom>
              <a:avLst/>
              <a:gdLst/>
              <a:ahLst/>
              <a:cxnLst/>
              <a:rect l="l" t="t" r="r" b="b"/>
              <a:pathLst>
                <a:path w="2283" h="2283" extrusionOk="0">
                  <a:moveTo>
                    <a:pt x="1141" y="1"/>
                  </a:moveTo>
                  <a:cubicBezTo>
                    <a:pt x="511" y="1"/>
                    <a:pt x="0" y="511"/>
                    <a:pt x="0" y="1142"/>
                  </a:cubicBezTo>
                  <a:cubicBezTo>
                    <a:pt x="0" y="1772"/>
                    <a:pt x="511" y="2283"/>
                    <a:pt x="1141" y="2283"/>
                  </a:cubicBezTo>
                  <a:cubicBezTo>
                    <a:pt x="1771" y="2283"/>
                    <a:pt x="2282" y="1772"/>
                    <a:pt x="2282" y="1142"/>
                  </a:cubicBezTo>
                  <a:cubicBezTo>
                    <a:pt x="2282" y="511"/>
                    <a:pt x="1771" y="1"/>
                    <a:pt x="1141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6" name="Google Shape;316;p8"/>
            <p:cNvSpPr/>
            <p:nvPr/>
          </p:nvSpPr>
          <p:spPr>
            <a:xfrm rot="157512">
              <a:off x="7885492" y="4168682"/>
              <a:ext cx="57047" cy="57047"/>
            </a:xfrm>
            <a:custGeom>
              <a:avLst/>
              <a:gdLst/>
              <a:ahLst/>
              <a:cxnLst/>
              <a:rect l="l" t="t" r="r" b="b"/>
              <a:pathLst>
                <a:path w="2282" h="2282" extrusionOk="0">
                  <a:moveTo>
                    <a:pt x="1141" y="0"/>
                  </a:moveTo>
                  <a:cubicBezTo>
                    <a:pt x="511" y="0"/>
                    <a:pt x="0" y="511"/>
                    <a:pt x="0" y="1141"/>
                  </a:cubicBezTo>
                  <a:cubicBezTo>
                    <a:pt x="0" y="1770"/>
                    <a:pt x="511" y="2281"/>
                    <a:pt x="1141" y="2281"/>
                  </a:cubicBezTo>
                  <a:cubicBezTo>
                    <a:pt x="1772" y="2281"/>
                    <a:pt x="2281" y="1770"/>
                    <a:pt x="2281" y="1141"/>
                  </a:cubicBezTo>
                  <a:cubicBezTo>
                    <a:pt x="2281" y="511"/>
                    <a:pt x="1772" y="0"/>
                    <a:pt x="1141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3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8" name="Google Shape;318;p9"/>
          <p:cNvSpPr txBox="1">
            <a:spLocks noGrp="1"/>
          </p:cNvSpPr>
          <p:nvPr>
            <p:ph type="title"/>
          </p:nvPr>
        </p:nvSpPr>
        <p:spPr>
          <a:xfrm>
            <a:off x="2135550" y="1189100"/>
            <a:ext cx="4872900" cy="1964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200"/>
              <a:buNone/>
              <a:defRPr sz="150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9pPr>
          </a:lstStyle>
          <a:p>
            <a:endParaRPr/>
          </a:p>
        </p:txBody>
      </p:sp>
      <p:sp>
        <p:nvSpPr>
          <p:cNvPr id="319" name="Google Shape;319;p9"/>
          <p:cNvSpPr txBox="1">
            <a:spLocks noGrp="1"/>
          </p:cNvSpPr>
          <p:nvPr>
            <p:ph type="subTitle" idx="1"/>
          </p:nvPr>
        </p:nvSpPr>
        <p:spPr>
          <a:xfrm>
            <a:off x="2135550" y="3153500"/>
            <a:ext cx="4872900" cy="671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3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1" name="Google Shape;321;p10"/>
          <p:cNvSpPr txBox="1">
            <a:spLocks noGrp="1"/>
          </p:cNvSpPr>
          <p:nvPr>
            <p:ph type="title"/>
          </p:nvPr>
        </p:nvSpPr>
        <p:spPr>
          <a:xfrm>
            <a:off x="713225" y="3502900"/>
            <a:ext cx="5202300" cy="1045200"/>
          </a:xfrm>
          <a:prstGeom prst="rect">
            <a:avLst/>
          </a:prstGeom>
          <a:solidFill>
            <a:srgbClr val="733C9B">
              <a:alpha val="33020"/>
            </a:srgbClr>
          </a:solidFill>
          <a:ln w="1905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9pPr>
          </a:lstStyle>
          <a:p>
            <a:endParaRPr/>
          </a:p>
        </p:txBody>
      </p:sp>
      <p:grpSp>
        <p:nvGrpSpPr>
          <p:cNvPr id="322" name="Google Shape;322;p10"/>
          <p:cNvGrpSpPr/>
          <p:nvPr/>
        </p:nvGrpSpPr>
        <p:grpSpPr>
          <a:xfrm rot="10800000">
            <a:off x="6825617" y="-226461"/>
            <a:ext cx="3485298" cy="1363521"/>
            <a:chOff x="5000328" y="4413931"/>
            <a:chExt cx="3485298" cy="1363521"/>
          </a:xfrm>
        </p:grpSpPr>
        <p:grpSp>
          <p:nvGrpSpPr>
            <p:cNvPr id="323" name="Google Shape;323;p10"/>
            <p:cNvGrpSpPr/>
            <p:nvPr/>
          </p:nvGrpSpPr>
          <p:grpSpPr>
            <a:xfrm>
              <a:off x="5000328" y="4413931"/>
              <a:ext cx="3485298" cy="1363521"/>
              <a:chOff x="4151828" y="2626856"/>
              <a:chExt cx="3485298" cy="1363521"/>
            </a:xfrm>
          </p:grpSpPr>
          <p:sp>
            <p:nvSpPr>
              <p:cNvPr id="324" name="Google Shape;324;p10"/>
              <p:cNvSpPr/>
              <p:nvPr/>
            </p:nvSpPr>
            <p:spPr>
              <a:xfrm rot="157512">
                <a:off x="4467198" y="2704787"/>
                <a:ext cx="650217" cy="721114"/>
              </a:xfrm>
              <a:custGeom>
                <a:avLst/>
                <a:gdLst/>
                <a:ahLst/>
                <a:cxnLst/>
                <a:rect l="l" t="t" r="r" b="b"/>
                <a:pathLst>
                  <a:path w="26010" h="28846" fill="none" extrusionOk="0">
                    <a:moveTo>
                      <a:pt x="26010" y="20743"/>
                    </a:moveTo>
                    <a:lnTo>
                      <a:pt x="24982" y="6322"/>
                    </a:lnTo>
                    <a:lnTo>
                      <a:pt x="11977" y="1"/>
                    </a:lnTo>
                    <a:lnTo>
                      <a:pt x="1" y="8103"/>
                    </a:lnTo>
                    <a:lnTo>
                      <a:pt x="1030" y="22525"/>
                    </a:lnTo>
                    <a:lnTo>
                      <a:pt x="14033" y="28846"/>
                    </a:lnTo>
                    <a:close/>
                  </a:path>
                </a:pathLst>
              </a:custGeom>
              <a:solidFill>
                <a:schemeClr val="dk1"/>
              </a:solidFill>
              <a:ln w="7725" cap="flat" cmpd="sng">
                <a:solidFill>
                  <a:schemeClr val="dk1"/>
                </a:solidFill>
                <a:prstDash val="solid"/>
                <a:miter lim="1027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25" name="Google Shape;325;p10"/>
              <p:cNvSpPr/>
              <p:nvPr/>
            </p:nvSpPr>
            <p:spPr>
              <a:xfrm rot="157512">
                <a:off x="5093107" y="2688958"/>
                <a:ext cx="650192" cy="721089"/>
              </a:xfrm>
              <a:custGeom>
                <a:avLst/>
                <a:gdLst/>
                <a:ahLst/>
                <a:cxnLst/>
                <a:rect l="l" t="t" r="r" b="b"/>
                <a:pathLst>
                  <a:path w="26009" h="28845" fill="none" extrusionOk="0">
                    <a:moveTo>
                      <a:pt x="26008" y="20743"/>
                    </a:moveTo>
                    <a:lnTo>
                      <a:pt x="24980" y="6320"/>
                    </a:lnTo>
                    <a:lnTo>
                      <a:pt x="11976" y="0"/>
                    </a:lnTo>
                    <a:lnTo>
                      <a:pt x="1" y="8102"/>
                    </a:lnTo>
                    <a:lnTo>
                      <a:pt x="1029" y="22523"/>
                    </a:lnTo>
                    <a:lnTo>
                      <a:pt x="14033" y="28844"/>
                    </a:lnTo>
                    <a:close/>
                  </a:path>
                </a:pathLst>
              </a:custGeom>
              <a:solidFill>
                <a:schemeClr val="dk1"/>
              </a:solidFill>
              <a:ln w="7725" cap="flat" cmpd="sng">
                <a:solidFill>
                  <a:schemeClr val="dk1"/>
                </a:solidFill>
                <a:prstDash val="solid"/>
                <a:miter lim="1027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26" name="Google Shape;326;p10"/>
              <p:cNvSpPr/>
              <p:nvPr/>
            </p:nvSpPr>
            <p:spPr>
              <a:xfrm rot="157512">
                <a:off x="5718992" y="2673103"/>
                <a:ext cx="650192" cy="721064"/>
              </a:xfrm>
              <a:custGeom>
                <a:avLst/>
                <a:gdLst/>
                <a:ahLst/>
                <a:cxnLst/>
                <a:rect l="l" t="t" r="r" b="b"/>
                <a:pathLst>
                  <a:path w="26009" h="28844" fill="none" extrusionOk="0">
                    <a:moveTo>
                      <a:pt x="26008" y="20743"/>
                    </a:moveTo>
                    <a:lnTo>
                      <a:pt x="24980" y="6321"/>
                    </a:lnTo>
                    <a:lnTo>
                      <a:pt x="11976" y="0"/>
                    </a:lnTo>
                    <a:lnTo>
                      <a:pt x="0" y="8101"/>
                    </a:lnTo>
                    <a:lnTo>
                      <a:pt x="1028" y="22524"/>
                    </a:lnTo>
                    <a:lnTo>
                      <a:pt x="14033" y="28844"/>
                    </a:lnTo>
                    <a:close/>
                  </a:path>
                </a:pathLst>
              </a:custGeom>
              <a:solidFill>
                <a:schemeClr val="dk1"/>
              </a:solidFill>
              <a:ln w="7725" cap="flat" cmpd="sng">
                <a:solidFill>
                  <a:schemeClr val="dk1"/>
                </a:solidFill>
                <a:prstDash val="solid"/>
                <a:miter lim="1027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27" name="Google Shape;327;p10"/>
              <p:cNvSpPr/>
              <p:nvPr/>
            </p:nvSpPr>
            <p:spPr>
              <a:xfrm rot="157512">
                <a:off x="6344876" y="2657223"/>
                <a:ext cx="650167" cy="721114"/>
              </a:xfrm>
              <a:custGeom>
                <a:avLst/>
                <a:gdLst/>
                <a:ahLst/>
                <a:cxnLst/>
                <a:rect l="l" t="t" r="r" b="b"/>
                <a:pathLst>
                  <a:path w="26008" h="28846" fill="none" extrusionOk="0">
                    <a:moveTo>
                      <a:pt x="26008" y="20743"/>
                    </a:moveTo>
                    <a:lnTo>
                      <a:pt x="24980" y="6321"/>
                    </a:lnTo>
                    <a:lnTo>
                      <a:pt x="11975" y="1"/>
                    </a:lnTo>
                    <a:lnTo>
                      <a:pt x="0" y="8103"/>
                    </a:lnTo>
                    <a:lnTo>
                      <a:pt x="1028" y="22525"/>
                    </a:lnTo>
                    <a:lnTo>
                      <a:pt x="14032" y="28845"/>
                    </a:lnTo>
                    <a:close/>
                  </a:path>
                </a:pathLst>
              </a:custGeom>
              <a:solidFill>
                <a:schemeClr val="dk1"/>
              </a:solidFill>
              <a:ln w="7725" cap="flat" cmpd="sng">
                <a:solidFill>
                  <a:schemeClr val="dk1"/>
                </a:solidFill>
                <a:prstDash val="solid"/>
                <a:miter lim="1027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28" name="Google Shape;328;p10"/>
              <p:cNvSpPr/>
              <p:nvPr/>
            </p:nvSpPr>
            <p:spPr>
              <a:xfrm rot="157512">
                <a:off x="6970736" y="2641369"/>
                <a:ext cx="650217" cy="721114"/>
              </a:xfrm>
              <a:custGeom>
                <a:avLst/>
                <a:gdLst/>
                <a:ahLst/>
                <a:cxnLst/>
                <a:rect l="l" t="t" r="r" b="b"/>
                <a:pathLst>
                  <a:path w="26010" h="28846" fill="none" extrusionOk="0">
                    <a:moveTo>
                      <a:pt x="26010" y="20743"/>
                    </a:moveTo>
                    <a:lnTo>
                      <a:pt x="24981" y="6321"/>
                    </a:lnTo>
                    <a:lnTo>
                      <a:pt x="11976" y="0"/>
                    </a:lnTo>
                    <a:lnTo>
                      <a:pt x="1" y="8102"/>
                    </a:lnTo>
                    <a:lnTo>
                      <a:pt x="1029" y="22524"/>
                    </a:lnTo>
                    <a:lnTo>
                      <a:pt x="14033" y="28845"/>
                    </a:lnTo>
                    <a:close/>
                  </a:path>
                </a:pathLst>
              </a:custGeom>
              <a:solidFill>
                <a:schemeClr val="dk1"/>
              </a:solidFill>
              <a:ln w="7725" cap="flat" cmpd="sng">
                <a:solidFill>
                  <a:schemeClr val="dk1"/>
                </a:solidFill>
                <a:prstDash val="solid"/>
                <a:miter lim="1027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29" name="Google Shape;329;p10"/>
              <p:cNvSpPr/>
              <p:nvPr/>
            </p:nvSpPr>
            <p:spPr>
              <a:xfrm rot="157512">
                <a:off x="4168001" y="3254751"/>
                <a:ext cx="650217" cy="721114"/>
              </a:xfrm>
              <a:custGeom>
                <a:avLst/>
                <a:gdLst/>
                <a:ahLst/>
                <a:cxnLst/>
                <a:rect l="l" t="t" r="r" b="b"/>
                <a:pathLst>
                  <a:path w="26010" h="28846" fill="none" extrusionOk="0">
                    <a:moveTo>
                      <a:pt x="26009" y="20744"/>
                    </a:moveTo>
                    <a:lnTo>
                      <a:pt x="24980" y="6322"/>
                    </a:lnTo>
                    <a:lnTo>
                      <a:pt x="11977" y="1"/>
                    </a:lnTo>
                    <a:lnTo>
                      <a:pt x="0" y="8103"/>
                    </a:lnTo>
                    <a:lnTo>
                      <a:pt x="1029" y="22525"/>
                    </a:lnTo>
                    <a:lnTo>
                      <a:pt x="14034" y="28846"/>
                    </a:lnTo>
                    <a:close/>
                  </a:path>
                </a:pathLst>
              </a:custGeom>
              <a:solidFill>
                <a:schemeClr val="dk1"/>
              </a:solidFill>
              <a:ln w="7725" cap="flat" cmpd="sng">
                <a:solidFill>
                  <a:schemeClr val="dk1"/>
                </a:solidFill>
                <a:prstDash val="solid"/>
                <a:miter lim="1027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30" name="Google Shape;330;p10"/>
              <p:cNvSpPr/>
              <p:nvPr/>
            </p:nvSpPr>
            <p:spPr>
              <a:xfrm rot="157512">
                <a:off x="4793885" y="3238896"/>
                <a:ext cx="650192" cy="721114"/>
              </a:xfrm>
              <a:custGeom>
                <a:avLst/>
                <a:gdLst/>
                <a:ahLst/>
                <a:cxnLst/>
                <a:rect l="l" t="t" r="r" b="b"/>
                <a:pathLst>
                  <a:path w="26009" h="28846" fill="none" extrusionOk="0">
                    <a:moveTo>
                      <a:pt x="26009" y="20743"/>
                    </a:moveTo>
                    <a:lnTo>
                      <a:pt x="24981" y="6321"/>
                    </a:lnTo>
                    <a:lnTo>
                      <a:pt x="11977" y="0"/>
                    </a:lnTo>
                    <a:lnTo>
                      <a:pt x="0" y="8103"/>
                    </a:lnTo>
                    <a:lnTo>
                      <a:pt x="1029" y="22525"/>
                    </a:lnTo>
                    <a:lnTo>
                      <a:pt x="14033" y="28845"/>
                    </a:lnTo>
                    <a:close/>
                  </a:path>
                </a:pathLst>
              </a:custGeom>
              <a:solidFill>
                <a:schemeClr val="dk1"/>
              </a:solidFill>
              <a:ln w="7725" cap="flat" cmpd="sng">
                <a:solidFill>
                  <a:schemeClr val="dk1"/>
                </a:solidFill>
                <a:prstDash val="solid"/>
                <a:miter lim="1027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31" name="Google Shape;331;p10"/>
              <p:cNvSpPr/>
              <p:nvPr/>
            </p:nvSpPr>
            <p:spPr>
              <a:xfrm rot="157512">
                <a:off x="5419770" y="3223067"/>
                <a:ext cx="650192" cy="721064"/>
              </a:xfrm>
              <a:custGeom>
                <a:avLst/>
                <a:gdLst/>
                <a:ahLst/>
                <a:cxnLst/>
                <a:rect l="l" t="t" r="r" b="b"/>
                <a:pathLst>
                  <a:path w="26009" h="28844" fill="none" extrusionOk="0">
                    <a:moveTo>
                      <a:pt x="26009" y="20743"/>
                    </a:moveTo>
                    <a:lnTo>
                      <a:pt x="24981" y="6320"/>
                    </a:lnTo>
                    <a:lnTo>
                      <a:pt x="11976" y="0"/>
                    </a:lnTo>
                    <a:lnTo>
                      <a:pt x="1" y="8101"/>
                    </a:lnTo>
                    <a:lnTo>
                      <a:pt x="1029" y="22523"/>
                    </a:lnTo>
                    <a:lnTo>
                      <a:pt x="14033" y="28844"/>
                    </a:lnTo>
                    <a:close/>
                  </a:path>
                </a:pathLst>
              </a:custGeom>
              <a:solidFill>
                <a:schemeClr val="dk1"/>
              </a:solidFill>
              <a:ln w="7725" cap="flat" cmpd="sng">
                <a:solidFill>
                  <a:schemeClr val="dk1"/>
                </a:solidFill>
                <a:prstDash val="solid"/>
                <a:miter lim="1027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32" name="Google Shape;332;p10"/>
              <p:cNvSpPr/>
              <p:nvPr/>
            </p:nvSpPr>
            <p:spPr>
              <a:xfrm rot="157512">
                <a:off x="6045654" y="3207187"/>
                <a:ext cx="650192" cy="721114"/>
              </a:xfrm>
              <a:custGeom>
                <a:avLst/>
                <a:gdLst/>
                <a:ahLst/>
                <a:cxnLst/>
                <a:rect l="l" t="t" r="r" b="b"/>
                <a:pathLst>
                  <a:path w="26009" h="28846" fill="none" extrusionOk="0">
                    <a:moveTo>
                      <a:pt x="26008" y="20743"/>
                    </a:moveTo>
                    <a:lnTo>
                      <a:pt x="24980" y="6321"/>
                    </a:lnTo>
                    <a:lnTo>
                      <a:pt x="11976" y="1"/>
                    </a:lnTo>
                    <a:lnTo>
                      <a:pt x="1" y="8102"/>
                    </a:lnTo>
                    <a:lnTo>
                      <a:pt x="1029" y="22525"/>
                    </a:lnTo>
                    <a:lnTo>
                      <a:pt x="14033" y="28845"/>
                    </a:lnTo>
                    <a:close/>
                  </a:path>
                </a:pathLst>
              </a:custGeom>
              <a:solidFill>
                <a:schemeClr val="dk1"/>
              </a:solidFill>
              <a:ln w="7725" cap="flat" cmpd="sng">
                <a:solidFill>
                  <a:schemeClr val="dk1"/>
                </a:solidFill>
                <a:prstDash val="solid"/>
                <a:miter lim="1027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sp>
          <p:nvSpPr>
            <p:cNvPr id="333" name="Google Shape;333;p10"/>
            <p:cNvSpPr/>
            <p:nvPr/>
          </p:nvSpPr>
          <p:spPr>
            <a:xfrm rot="157512">
              <a:off x="8124633" y="5115580"/>
              <a:ext cx="57047" cy="57047"/>
            </a:xfrm>
            <a:custGeom>
              <a:avLst/>
              <a:gdLst/>
              <a:ahLst/>
              <a:cxnLst/>
              <a:rect l="l" t="t" r="r" b="b"/>
              <a:pathLst>
                <a:path w="2282" h="2282" extrusionOk="0">
                  <a:moveTo>
                    <a:pt x="1140" y="0"/>
                  </a:moveTo>
                  <a:cubicBezTo>
                    <a:pt x="511" y="0"/>
                    <a:pt x="0" y="511"/>
                    <a:pt x="0" y="1141"/>
                  </a:cubicBezTo>
                  <a:cubicBezTo>
                    <a:pt x="0" y="1771"/>
                    <a:pt x="510" y="2281"/>
                    <a:pt x="1140" y="2281"/>
                  </a:cubicBezTo>
                  <a:cubicBezTo>
                    <a:pt x="1771" y="2281"/>
                    <a:pt x="2281" y="1771"/>
                    <a:pt x="2281" y="1141"/>
                  </a:cubicBezTo>
                  <a:cubicBezTo>
                    <a:pt x="2281" y="511"/>
                    <a:pt x="1771" y="0"/>
                    <a:pt x="1140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4" name="Google Shape;334;p10"/>
            <p:cNvSpPr/>
            <p:nvPr/>
          </p:nvSpPr>
          <p:spPr>
            <a:xfrm rot="157512">
              <a:off x="6574005" y="5703526"/>
              <a:ext cx="57072" cy="57047"/>
            </a:xfrm>
            <a:custGeom>
              <a:avLst/>
              <a:gdLst/>
              <a:ahLst/>
              <a:cxnLst/>
              <a:rect l="l" t="t" r="r" b="b"/>
              <a:pathLst>
                <a:path w="2283" h="2282" extrusionOk="0">
                  <a:moveTo>
                    <a:pt x="1141" y="1"/>
                  </a:moveTo>
                  <a:cubicBezTo>
                    <a:pt x="511" y="1"/>
                    <a:pt x="0" y="511"/>
                    <a:pt x="0" y="1141"/>
                  </a:cubicBezTo>
                  <a:cubicBezTo>
                    <a:pt x="0" y="1771"/>
                    <a:pt x="511" y="2282"/>
                    <a:pt x="1141" y="2282"/>
                  </a:cubicBezTo>
                  <a:cubicBezTo>
                    <a:pt x="1771" y="2282"/>
                    <a:pt x="2282" y="1771"/>
                    <a:pt x="2282" y="1141"/>
                  </a:cubicBezTo>
                  <a:cubicBezTo>
                    <a:pt x="2282" y="511"/>
                    <a:pt x="1771" y="1"/>
                    <a:pt x="1141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5" name="Google Shape;335;p10"/>
            <p:cNvSpPr/>
            <p:nvPr/>
          </p:nvSpPr>
          <p:spPr>
            <a:xfrm rot="157512">
              <a:off x="5929801" y="4996682"/>
              <a:ext cx="57072" cy="57047"/>
            </a:xfrm>
            <a:custGeom>
              <a:avLst/>
              <a:gdLst/>
              <a:ahLst/>
              <a:cxnLst/>
              <a:rect l="l" t="t" r="r" b="b"/>
              <a:pathLst>
                <a:path w="2283" h="2282" extrusionOk="0">
                  <a:moveTo>
                    <a:pt x="1142" y="0"/>
                  </a:moveTo>
                  <a:cubicBezTo>
                    <a:pt x="511" y="0"/>
                    <a:pt x="1" y="510"/>
                    <a:pt x="1" y="1140"/>
                  </a:cubicBezTo>
                  <a:cubicBezTo>
                    <a:pt x="1" y="1771"/>
                    <a:pt x="511" y="2281"/>
                    <a:pt x="1142" y="2281"/>
                  </a:cubicBezTo>
                  <a:cubicBezTo>
                    <a:pt x="1772" y="2281"/>
                    <a:pt x="2283" y="1771"/>
                    <a:pt x="2283" y="1140"/>
                  </a:cubicBezTo>
                  <a:cubicBezTo>
                    <a:pt x="2283" y="510"/>
                    <a:pt x="1772" y="0"/>
                    <a:pt x="1142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3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" name="Google Shape;337;p11"/>
          <p:cNvSpPr txBox="1">
            <a:spLocks noGrp="1"/>
          </p:cNvSpPr>
          <p:nvPr>
            <p:ph type="title" hasCustomPrompt="1"/>
          </p:nvPr>
        </p:nvSpPr>
        <p:spPr>
          <a:xfrm>
            <a:off x="1284000" y="1707525"/>
            <a:ext cx="6576000" cy="1551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8200"/>
            </a:lvl1pPr>
            <a:lvl2pPr lvl="1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2pPr>
            <a:lvl3pPr lvl="2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3pPr>
            <a:lvl4pPr lvl="3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4pPr>
            <a:lvl5pPr lvl="4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5pPr>
            <a:lvl6pPr lvl="5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6pPr>
            <a:lvl7pPr lvl="6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7pPr>
            <a:lvl8pPr lvl="7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8pPr>
            <a:lvl9pPr lvl="8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9pPr>
          </a:lstStyle>
          <a:p>
            <a:r>
              <a:t>xx%</a:t>
            </a:r>
          </a:p>
        </p:txBody>
      </p:sp>
      <p:sp>
        <p:nvSpPr>
          <p:cNvPr id="338" name="Google Shape;338;p11"/>
          <p:cNvSpPr txBox="1">
            <a:spLocks noGrp="1"/>
          </p:cNvSpPr>
          <p:nvPr>
            <p:ph type="subTitle" idx="1"/>
          </p:nvPr>
        </p:nvSpPr>
        <p:spPr>
          <a:xfrm>
            <a:off x="1284000" y="3259075"/>
            <a:ext cx="6576000" cy="365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5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9pPr>
          </a:lstStyle>
          <a:p>
            <a:endParaRPr/>
          </a:p>
        </p:txBody>
      </p:sp>
      <p:grpSp>
        <p:nvGrpSpPr>
          <p:cNvPr id="339" name="Google Shape;339;p11"/>
          <p:cNvGrpSpPr/>
          <p:nvPr/>
        </p:nvGrpSpPr>
        <p:grpSpPr>
          <a:xfrm rot="10800000">
            <a:off x="4305914" y="3662226"/>
            <a:ext cx="5036265" cy="4113315"/>
            <a:chOff x="4780389" y="2513201"/>
            <a:chExt cx="5036265" cy="4113315"/>
          </a:xfrm>
        </p:grpSpPr>
        <p:grpSp>
          <p:nvGrpSpPr>
            <p:cNvPr id="340" name="Google Shape;340;p11"/>
            <p:cNvGrpSpPr/>
            <p:nvPr/>
          </p:nvGrpSpPr>
          <p:grpSpPr>
            <a:xfrm>
              <a:off x="4780389" y="2513201"/>
              <a:ext cx="5036265" cy="4113315"/>
              <a:chOff x="4673664" y="2214101"/>
              <a:chExt cx="5036265" cy="4113315"/>
            </a:xfrm>
          </p:grpSpPr>
          <p:sp>
            <p:nvSpPr>
              <p:cNvPr id="341" name="Google Shape;341;p11"/>
              <p:cNvSpPr/>
              <p:nvPr/>
            </p:nvSpPr>
            <p:spPr>
              <a:xfrm rot="157512">
                <a:off x="9047033" y="4559649"/>
                <a:ext cx="57072" cy="57047"/>
              </a:xfrm>
              <a:custGeom>
                <a:avLst/>
                <a:gdLst/>
                <a:ahLst/>
                <a:cxnLst/>
                <a:rect l="l" t="t" r="r" b="b"/>
                <a:pathLst>
                  <a:path w="2283" h="2282" extrusionOk="0">
                    <a:moveTo>
                      <a:pt x="1141" y="1"/>
                    </a:moveTo>
                    <a:cubicBezTo>
                      <a:pt x="511" y="1"/>
                      <a:pt x="0" y="512"/>
                      <a:pt x="0" y="1142"/>
                    </a:cubicBezTo>
                    <a:cubicBezTo>
                      <a:pt x="0" y="1771"/>
                      <a:pt x="511" y="2282"/>
                      <a:pt x="1141" y="2282"/>
                    </a:cubicBezTo>
                    <a:cubicBezTo>
                      <a:pt x="1771" y="2282"/>
                      <a:pt x="2282" y="1771"/>
                      <a:pt x="2282" y="1142"/>
                    </a:cubicBezTo>
                    <a:cubicBezTo>
                      <a:pt x="2282" y="512"/>
                      <a:pt x="1771" y="1"/>
                      <a:pt x="1141" y="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grpSp>
            <p:nvGrpSpPr>
              <p:cNvPr id="342" name="Google Shape;342;p11"/>
              <p:cNvGrpSpPr/>
              <p:nvPr/>
            </p:nvGrpSpPr>
            <p:grpSpPr>
              <a:xfrm>
                <a:off x="4673664" y="2214101"/>
                <a:ext cx="5036265" cy="4113315"/>
                <a:chOff x="4673664" y="2214101"/>
                <a:chExt cx="5036265" cy="4113315"/>
              </a:xfrm>
            </p:grpSpPr>
            <p:grpSp>
              <p:nvGrpSpPr>
                <p:cNvPr id="343" name="Google Shape;343;p11"/>
                <p:cNvGrpSpPr/>
                <p:nvPr/>
              </p:nvGrpSpPr>
              <p:grpSpPr>
                <a:xfrm>
                  <a:off x="4673664" y="2214101"/>
                  <a:ext cx="5036265" cy="4113315"/>
                  <a:chOff x="3825164" y="427026"/>
                  <a:chExt cx="5036265" cy="4113315"/>
                </a:xfrm>
              </p:grpSpPr>
              <p:sp>
                <p:nvSpPr>
                  <p:cNvPr id="344" name="Google Shape;344;p11"/>
                  <p:cNvSpPr/>
                  <p:nvPr/>
                </p:nvSpPr>
                <p:spPr>
                  <a:xfrm rot="157512">
                    <a:off x="6915828" y="473247"/>
                    <a:ext cx="650167" cy="72108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08" h="28845" fill="none" extrusionOk="0">
                        <a:moveTo>
                          <a:pt x="26008" y="20744"/>
                        </a:moveTo>
                        <a:lnTo>
                          <a:pt x="24980" y="6321"/>
                        </a:lnTo>
                        <a:lnTo>
                          <a:pt x="11976" y="1"/>
                        </a:lnTo>
                        <a:lnTo>
                          <a:pt x="0" y="8102"/>
                        </a:lnTo>
                        <a:lnTo>
                          <a:pt x="1028" y="22524"/>
                        </a:lnTo>
                        <a:lnTo>
                          <a:pt x="14032" y="28845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345" name="Google Shape;345;p11"/>
                  <p:cNvSpPr/>
                  <p:nvPr/>
                </p:nvSpPr>
                <p:spPr>
                  <a:xfrm rot="157512">
                    <a:off x="7541687" y="457392"/>
                    <a:ext cx="650192" cy="72111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09" h="28846" fill="none" extrusionOk="0">
                        <a:moveTo>
                          <a:pt x="26009" y="20743"/>
                        </a:moveTo>
                        <a:lnTo>
                          <a:pt x="24981" y="6321"/>
                        </a:lnTo>
                        <a:lnTo>
                          <a:pt x="11976" y="1"/>
                        </a:lnTo>
                        <a:lnTo>
                          <a:pt x="1" y="8102"/>
                        </a:lnTo>
                        <a:lnTo>
                          <a:pt x="1029" y="22525"/>
                        </a:lnTo>
                        <a:lnTo>
                          <a:pt x="14033" y="28845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346" name="Google Shape;346;p11"/>
                  <p:cNvSpPr/>
                  <p:nvPr/>
                </p:nvSpPr>
                <p:spPr>
                  <a:xfrm rot="157512">
                    <a:off x="8167572" y="441537"/>
                    <a:ext cx="650192" cy="72108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09" h="28845" fill="none" extrusionOk="0">
                        <a:moveTo>
                          <a:pt x="26008" y="20743"/>
                        </a:moveTo>
                        <a:lnTo>
                          <a:pt x="24980" y="6321"/>
                        </a:lnTo>
                        <a:lnTo>
                          <a:pt x="11976" y="0"/>
                        </a:lnTo>
                        <a:lnTo>
                          <a:pt x="1" y="8102"/>
                        </a:lnTo>
                        <a:lnTo>
                          <a:pt x="1029" y="22524"/>
                        </a:lnTo>
                        <a:lnTo>
                          <a:pt x="14033" y="28845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347" name="Google Shape;347;p11"/>
                  <p:cNvSpPr/>
                  <p:nvPr/>
                </p:nvSpPr>
                <p:spPr>
                  <a:xfrm rot="157512">
                    <a:off x="7242491" y="1007356"/>
                    <a:ext cx="650192" cy="72108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09" h="28845" fill="none" extrusionOk="0">
                        <a:moveTo>
                          <a:pt x="26008" y="20743"/>
                        </a:moveTo>
                        <a:lnTo>
                          <a:pt x="24980" y="6321"/>
                        </a:lnTo>
                        <a:lnTo>
                          <a:pt x="11976" y="1"/>
                        </a:lnTo>
                        <a:lnTo>
                          <a:pt x="0" y="8102"/>
                        </a:lnTo>
                        <a:lnTo>
                          <a:pt x="1028" y="22525"/>
                        </a:lnTo>
                        <a:lnTo>
                          <a:pt x="14033" y="28844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348" name="Google Shape;348;p11"/>
                  <p:cNvSpPr/>
                  <p:nvPr/>
                </p:nvSpPr>
                <p:spPr>
                  <a:xfrm rot="157512">
                    <a:off x="7868375" y="991501"/>
                    <a:ext cx="650167" cy="72108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08" h="28845" fill="none" extrusionOk="0">
                        <a:moveTo>
                          <a:pt x="26008" y="20743"/>
                        </a:moveTo>
                        <a:lnTo>
                          <a:pt x="24980" y="6321"/>
                        </a:lnTo>
                        <a:lnTo>
                          <a:pt x="11976" y="0"/>
                        </a:lnTo>
                        <a:lnTo>
                          <a:pt x="0" y="8102"/>
                        </a:lnTo>
                        <a:lnTo>
                          <a:pt x="1028" y="22524"/>
                        </a:lnTo>
                        <a:lnTo>
                          <a:pt x="14032" y="28845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349" name="Google Shape;349;p11"/>
                  <p:cNvSpPr/>
                  <p:nvPr/>
                </p:nvSpPr>
                <p:spPr>
                  <a:xfrm rot="157512">
                    <a:off x="6943294" y="1557320"/>
                    <a:ext cx="650167" cy="72108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08" h="28845" fill="none" extrusionOk="0">
                        <a:moveTo>
                          <a:pt x="26008" y="20743"/>
                        </a:moveTo>
                        <a:lnTo>
                          <a:pt x="24980" y="6320"/>
                        </a:lnTo>
                        <a:lnTo>
                          <a:pt x="11975" y="1"/>
                        </a:lnTo>
                        <a:lnTo>
                          <a:pt x="0" y="8102"/>
                        </a:lnTo>
                        <a:lnTo>
                          <a:pt x="1028" y="22524"/>
                        </a:lnTo>
                        <a:lnTo>
                          <a:pt x="14032" y="28844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350" name="Google Shape;350;p11"/>
                  <p:cNvSpPr/>
                  <p:nvPr/>
                </p:nvSpPr>
                <p:spPr>
                  <a:xfrm rot="157512">
                    <a:off x="7569154" y="1541466"/>
                    <a:ext cx="650217" cy="72106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10" h="28844" fill="none" extrusionOk="0">
                        <a:moveTo>
                          <a:pt x="26009" y="20743"/>
                        </a:moveTo>
                        <a:lnTo>
                          <a:pt x="24980" y="6321"/>
                        </a:lnTo>
                        <a:lnTo>
                          <a:pt x="11976" y="0"/>
                        </a:lnTo>
                        <a:lnTo>
                          <a:pt x="1" y="8101"/>
                        </a:lnTo>
                        <a:lnTo>
                          <a:pt x="1029" y="22524"/>
                        </a:lnTo>
                        <a:lnTo>
                          <a:pt x="14033" y="28844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351" name="Google Shape;351;p11"/>
                  <p:cNvSpPr/>
                  <p:nvPr/>
                </p:nvSpPr>
                <p:spPr>
                  <a:xfrm rot="157512">
                    <a:off x="8195039" y="1525586"/>
                    <a:ext cx="650217" cy="72111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10" h="28846" fill="none" extrusionOk="0">
                        <a:moveTo>
                          <a:pt x="26009" y="20743"/>
                        </a:moveTo>
                        <a:lnTo>
                          <a:pt x="24980" y="6322"/>
                        </a:lnTo>
                        <a:lnTo>
                          <a:pt x="11976" y="1"/>
                        </a:lnTo>
                        <a:lnTo>
                          <a:pt x="0" y="8103"/>
                        </a:lnTo>
                        <a:lnTo>
                          <a:pt x="1029" y="22525"/>
                        </a:lnTo>
                        <a:lnTo>
                          <a:pt x="14033" y="28846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352" name="Google Shape;352;p11"/>
                  <p:cNvSpPr/>
                  <p:nvPr/>
                </p:nvSpPr>
                <p:spPr>
                  <a:xfrm rot="157512">
                    <a:off x="4140535" y="2170703"/>
                    <a:ext cx="650217" cy="72108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10" h="28845" fill="none" extrusionOk="0">
                        <a:moveTo>
                          <a:pt x="26009" y="20743"/>
                        </a:moveTo>
                        <a:lnTo>
                          <a:pt x="24980" y="6321"/>
                        </a:lnTo>
                        <a:lnTo>
                          <a:pt x="11977" y="0"/>
                        </a:lnTo>
                        <a:lnTo>
                          <a:pt x="1" y="8102"/>
                        </a:lnTo>
                        <a:lnTo>
                          <a:pt x="1028" y="22524"/>
                        </a:lnTo>
                        <a:lnTo>
                          <a:pt x="14033" y="28845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353" name="Google Shape;353;p11"/>
                  <p:cNvSpPr/>
                  <p:nvPr/>
                </p:nvSpPr>
                <p:spPr>
                  <a:xfrm rot="157512">
                    <a:off x="4766419" y="2154848"/>
                    <a:ext cx="650192" cy="72108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09" h="28845" fill="none" extrusionOk="0">
                        <a:moveTo>
                          <a:pt x="26009" y="20743"/>
                        </a:moveTo>
                        <a:lnTo>
                          <a:pt x="24980" y="6321"/>
                        </a:lnTo>
                        <a:lnTo>
                          <a:pt x="11977" y="1"/>
                        </a:lnTo>
                        <a:lnTo>
                          <a:pt x="0" y="8102"/>
                        </a:lnTo>
                        <a:lnTo>
                          <a:pt x="1029" y="22524"/>
                        </a:lnTo>
                        <a:lnTo>
                          <a:pt x="14034" y="28845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354" name="Google Shape;354;p11"/>
                  <p:cNvSpPr/>
                  <p:nvPr/>
                </p:nvSpPr>
                <p:spPr>
                  <a:xfrm rot="157512">
                    <a:off x="5392303" y="2138993"/>
                    <a:ext cx="650192" cy="72108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09" h="28845" fill="none" extrusionOk="0">
                        <a:moveTo>
                          <a:pt x="26009" y="20743"/>
                        </a:moveTo>
                        <a:lnTo>
                          <a:pt x="24981" y="6321"/>
                        </a:lnTo>
                        <a:lnTo>
                          <a:pt x="11976" y="0"/>
                        </a:lnTo>
                        <a:lnTo>
                          <a:pt x="0" y="8102"/>
                        </a:lnTo>
                        <a:lnTo>
                          <a:pt x="1029" y="22524"/>
                        </a:lnTo>
                        <a:lnTo>
                          <a:pt x="14033" y="28844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355" name="Google Shape;355;p11"/>
                  <p:cNvSpPr/>
                  <p:nvPr/>
                </p:nvSpPr>
                <p:spPr>
                  <a:xfrm rot="157512">
                    <a:off x="6018188" y="2123139"/>
                    <a:ext cx="650192" cy="72108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09" h="28845" fill="none" extrusionOk="0">
                        <a:moveTo>
                          <a:pt x="26008" y="20743"/>
                        </a:moveTo>
                        <a:lnTo>
                          <a:pt x="24981" y="6321"/>
                        </a:lnTo>
                        <a:lnTo>
                          <a:pt x="11976" y="0"/>
                        </a:lnTo>
                        <a:lnTo>
                          <a:pt x="1" y="8102"/>
                        </a:lnTo>
                        <a:lnTo>
                          <a:pt x="1029" y="22524"/>
                        </a:lnTo>
                        <a:lnTo>
                          <a:pt x="14033" y="28845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356" name="Google Shape;356;p11"/>
                  <p:cNvSpPr/>
                  <p:nvPr/>
                </p:nvSpPr>
                <p:spPr>
                  <a:xfrm rot="157512">
                    <a:off x="6644073" y="2107259"/>
                    <a:ext cx="650192" cy="72111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09" h="28846" fill="none" extrusionOk="0">
                        <a:moveTo>
                          <a:pt x="26008" y="20743"/>
                        </a:moveTo>
                        <a:lnTo>
                          <a:pt x="24980" y="6321"/>
                        </a:lnTo>
                        <a:lnTo>
                          <a:pt x="11976" y="1"/>
                        </a:lnTo>
                        <a:lnTo>
                          <a:pt x="1" y="8103"/>
                        </a:lnTo>
                        <a:lnTo>
                          <a:pt x="1028" y="22525"/>
                        </a:lnTo>
                        <a:lnTo>
                          <a:pt x="14033" y="28845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357" name="Google Shape;357;p11"/>
                  <p:cNvSpPr/>
                  <p:nvPr/>
                </p:nvSpPr>
                <p:spPr>
                  <a:xfrm rot="157512">
                    <a:off x="7269957" y="2091430"/>
                    <a:ext cx="650192" cy="72106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09" h="28844" fill="none" extrusionOk="0">
                        <a:moveTo>
                          <a:pt x="26009" y="20743"/>
                        </a:moveTo>
                        <a:lnTo>
                          <a:pt x="24980" y="6320"/>
                        </a:lnTo>
                        <a:lnTo>
                          <a:pt x="11976" y="0"/>
                        </a:lnTo>
                        <a:lnTo>
                          <a:pt x="0" y="8101"/>
                        </a:lnTo>
                        <a:lnTo>
                          <a:pt x="1028" y="22523"/>
                        </a:lnTo>
                        <a:lnTo>
                          <a:pt x="14033" y="28844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358" name="Google Shape;358;p11"/>
                  <p:cNvSpPr/>
                  <p:nvPr/>
                </p:nvSpPr>
                <p:spPr>
                  <a:xfrm rot="157512">
                    <a:off x="7895842" y="2075550"/>
                    <a:ext cx="650192" cy="72108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09" h="28845" fill="none" extrusionOk="0">
                        <a:moveTo>
                          <a:pt x="26009" y="20743"/>
                        </a:moveTo>
                        <a:lnTo>
                          <a:pt x="24980" y="6322"/>
                        </a:lnTo>
                        <a:lnTo>
                          <a:pt x="11976" y="1"/>
                        </a:lnTo>
                        <a:lnTo>
                          <a:pt x="0" y="8102"/>
                        </a:lnTo>
                        <a:lnTo>
                          <a:pt x="1029" y="22525"/>
                        </a:lnTo>
                        <a:lnTo>
                          <a:pt x="14032" y="28845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359" name="Google Shape;359;p11"/>
                  <p:cNvSpPr/>
                  <p:nvPr/>
                </p:nvSpPr>
                <p:spPr>
                  <a:xfrm rot="157512">
                    <a:off x="3841337" y="2720667"/>
                    <a:ext cx="650192" cy="72111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09" h="28846" fill="none" extrusionOk="0">
                        <a:moveTo>
                          <a:pt x="26009" y="20743"/>
                        </a:moveTo>
                        <a:lnTo>
                          <a:pt x="24980" y="6321"/>
                        </a:lnTo>
                        <a:lnTo>
                          <a:pt x="11975" y="0"/>
                        </a:lnTo>
                        <a:lnTo>
                          <a:pt x="0" y="8102"/>
                        </a:lnTo>
                        <a:lnTo>
                          <a:pt x="1029" y="22524"/>
                        </a:lnTo>
                        <a:lnTo>
                          <a:pt x="14032" y="28845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360" name="Google Shape;360;p11"/>
                  <p:cNvSpPr/>
                  <p:nvPr/>
                </p:nvSpPr>
                <p:spPr>
                  <a:xfrm rot="157512">
                    <a:off x="4467198" y="2704787"/>
                    <a:ext cx="650217" cy="72111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10" h="28846" fill="none" extrusionOk="0">
                        <a:moveTo>
                          <a:pt x="26010" y="20743"/>
                        </a:moveTo>
                        <a:lnTo>
                          <a:pt x="24982" y="6322"/>
                        </a:lnTo>
                        <a:lnTo>
                          <a:pt x="11977" y="1"/>
                        </a:lnTo>
                        <a:lnTo>
                          <a:pt x="1" y="8103"/>
                        </a:lnTo>
                        <a:lnTo>
                          <a:pt x="1030" y="22525"/>
                        </a:lnTo>
                        <a:lnTo>
                          <a:pt x="14033" y="28846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361" name="Google Shape;361;p11"/>
                  <p:cNvSpPr/>
                  <p:nvPr/>
                </p:nvSpPr>
                <p:spPr>
                  <a:xfrm rot="157512">
                    <a:off x="5093107" y="2688958"/>
                    <a:ext cx="650192" cy="72108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09" h="28845" fill="none" extrusionOk="0">
                        <a:moveTo>
                          <a:pt x="26008" y="20743"/>
                        </a:moveTo>
                        <a:lnTo>
                          <a:pt x="24980" y="6320"/>
                        </a:lnTo>
                        <a:lnTo>
                          <a:pt x="11976" y="0"/>
                        </a:lnTo>
                        <a:lnTo>
                          <a:pt x="1" y="8102"/>
                        </a:lnTo>
                        <a:lnTo>
                          <a:pt x="1029" y="22523"/>
                        </a:lnTo>
                        <a:lnTo>
                          <a:pt x="14033" y="28844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362" name="Google Shape;362;p11"/>
                  <p:cNvSpPr/>
                  <p:nvPr/>
                </p:nvSpPr>
                <p:spPr>
                  <a:xfrm rot="157512">
                    <a:off x="5718992" y="2673103"/>
                    <a:ext cx="650192" cy="72106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09" h="28844" fill="none" extrusionOk="0">
                        <a:moveTo>
                          <a:pt x="26008" y="20743"/>
                        </a:moveTo>
                        <a:lnTo>
                          <a:pt x="24980" y="6321"/>
                        </a:lnTo>
                        <a:lnTo>
                          <a:pt x="11976" y="0"/>
                        </a:lnTo>
                        <a:lnTo>
                          <a:pt x="0" y="8101"/>
                        </a:lnTo>
                        <a:lnTo>
                          <a:pt x="1028" y="22524"/>
                        </a:lnTo>
                        <a:lnTo>
                          <a:pt x="14033" y="28844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363" name="Google Shape;363;p11"/>
                  <p:cNvSpPr/>
                  <p:nvPr/>
                </p:nvSpPr>
                <p:spPr>
                  <a:xfrm rot="157512">
                    <a:off x="6344876" y="2657223"/>
                    <a:ext cx="650167" cy="72111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08" h="28846" fill="none" extrusionOk="0">
                        <a:moveTo>
                          <a:pt x="26008" y="20743"/>
                        </a:moveTo>
                        <a:lnTo>
                          <a:pt x="24980" y="6321"/>
                        </a:lnTo>
                        <a:lnTo>
                          <a:pt x="11975" y="1"/>
                        </a:lnTo>
                        <a:lnTo>
                          <a:pt x="0" y="8103"/>
                        </a:lnTo>
                        <a:lnTo>
                          <a:pt x="1028" y="22525"/>
                        </a:lnTo>
                        <a:lnTo>
                          <a:pt x="14032" y="28845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364" name="Google Shape;364;p11"/>
                  <p:cNvSpPr/>
                  <p:nvPr/>
                </p:nvSpPr>
                <p:spPr>
                  <a:xfrm rot="157512">
                    <a:off x="6970736" y="2641369"/>
                    <a:ext cx="650217" cy="72111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10" h="28846" fill="none" extrusionOk="0">
                        <a:moveTo>
                          <a:pt x="26010" y="20743"/>
                        </a:moveTo>
                        <a:lnTo>
                          <a:pt x="24981" y="6321"/>
                        </a:lnTo>
                        <a:lnTo>
                          <a:pt x="11976" y="0"/>
                        </a:lnTo>
                        <a:lnTo>
                          <a:pt x="1" y="8102"/>
                        </a:lnTo>
                        <a:lnTo>
                          <a:pt x="1029" y="22524"/>
                        </a:lnTo>
                        <a:lnTo>
                          <a:pt x="14033" y="28845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365" name="Google Shape;365;p11"/>
                  <p:cNvSpPr/>
                  <p:nvPr/>
                </p:nvSpPr>
                <p:spPr>
                  <a:xfrm rot="157512">
                    <a:off x="4168001" y="3254751"/>
                    <a:ext cx="650217" cy="72111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10" h="28846" fill="none" extrusionOk="0">
                        <a:moveTo>
                          <a:pt x="26009" y="20744"/>
                        </a:moveTo>
                        <a:lnTo>
                          <a:pt x="24980" y="6322"/>
                        </a:lnTo>
                        <a:lnTo>
                          <a:pt x="11977" y="1"/>
                        </a:lnTo>
                        <a:lnTo>
                          <a:pt x="0" y="8103"/>
                        </a:lnTo>
                        <a:lnTo>
                          <a:pt x="1029" y="22525"/>
                        </a:lnTo>
                        <a:lnTo>
                          <a:pt x="14034" y="28846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366" name="Google Shape;366;p11"/>
                  <p:cNvSpPr/>
                  <p:nvPr/>
                </p:nvSpPr>
                <p:spPr>
                  <a:xfrm rot="157512">
                    <a:off x="4793885" y="3238896"/>
                    <a:ext cx="650192" cy="72111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09" h="28846" fill="none" extrusionOk="0">
                        <a:moveTo>
                          <a:pt x="26009" y="20743"/>
                        </a:moveTo>
                        <a:lnTo>
                          <a:pt x="24981" y="6321"/>
                        </a:lnTo>
                        <a:lnTo>
                          <a:pt x="11977" y="0"/>
                        </a:lnTo>
                        <a:lnTo>
                          <a:pt x="0" y="8103"/>
                        </a:lnTo>
                        <a:lnTo>
                          <a:pt x="1029" y="22525"/>
                        </a:lnTo>
                        <a:lnTo>
                          <a:pt x="14033" y="28845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367" name="Google Shape;367;p11"/>
                  <p:cNvSpPr/>
                  <p:nvPr/>
                </p:nvSpPr>
                <p:spPr>
                  <a:xfrm rot="157512">
                    <a:off x="5419770" y="3223067"/>
                    <a:ext cx="650192" cy="72106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09" h="28844" fill="none" extrusionOk="0">
                        <a:moveTo>
                          <a:pt x="26009" y="20743"/>
                        </a:moveTo>
                        <a:lnTo>
                          <a:pt x="24981" y="6320"/>
                        </a:lnTo>
                        <a:lnTo>
                          <a:pt x="11976" y="0"/>
                        </a:lnTo>
                        <a:lnTo>
                          <a:pt x="1" y="8101"/>
                        </a:lnTo>
                        <a:lnTo>
                          <a:pt x="1029" y="22523"/>
                        </a:lnTo>
                        <a:lnTo>
                          <a:pt x="14033" y="28844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368" name="Google Shape;368;p11"/>
                  <p:cNvSpPr/>
                  <p:nvPr/>
                </p:nvSpPr>
                <p:spPr>
                  <a:xfrm rot="157512">
                    <a:off x="6045654" y="3207187"/>
                    <a:ext cx="650192" cy="72111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09" h="28846" fill="none" extrusionOk="0">
                        <a:moveTo>
                          <a:pt x="26008" y="20743"/>
                        </a:moveTo>
                        <a:lnTo>
                          <a:pt x="24980" y="6321"/>
                        </a:lnTo>
                        <a:lnTo>
                          <a:pt x="11976" y="1"/>
                        </a:lnTo>
                        <a:lnTo>
                          <a:pt x="1" y="8102"/>
                        </a:lnTo>
                        <a:lnTo>
                          <a:pt x="1029" y="22525"/>
                        </a:lnTo>
                        <a:lnTo>
                          <a:pt x="14033" y="28845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369" name="Google Shape;369;p11"/>
                  <p:cNvSpPr/>
                  <p:nvPr/>
                </p:nvSpPr>
                <p:spPr>
                  <a:xfrm rot="157512">
                    <a:off x="3868779" y="3804714"/>
                    <a:ext cx="650217" cy="72111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10" h="28846" fill="none" extrusionOk="0">
                        <a:moveTo>
                          <a:pt x="26010" y="20744"/>
                        </a:moveTo>
                        <a:lnTo>
                          <a:pt x="24982" y="6322"/>
                        </a:lnTo>
                        <a:lnTo>
                          <a:pt x="11977" y="1"/>
                        </a:lnTo>
                        <a:lnTo>
                          <a:pt x="1" y="8102"/>
                        </a:lnTo>
                        <a:lnTo>
                          <a:pt x="1030" y="22525"/>
                        </a:lnTo>
                        <a:lnTo>
                          <a:pt x="14034" y="28846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370" name="Google Shape;370;p11"/>
                  <p:cNvSpPr/>
                  <p:nvPr/>
                </p:nvSpPr>
                <p:spPr>
                  <a:xfrm rot="157512">
                    <a:off x="4494689" y="3788860"/>
                    <a:ext cx="650192" cy="72111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09" h="28846" fill="none" extrusionOk="0">
                        <a:moveTo>
                          <a:pt x="26008" y="20743"/>
                        </a:moveTo>
                        <a:lnTo>
                          <a:pt x="24980" y="6321"/>
                        </a:lnTo>
                        <a:lnTo>
                          <a:pt x="11976" y="1"/>
                        </a:lnTo>
                        <a:lnTo>
                          <a:pt x="1" y="8103"/>
                        </a:lnTo>
                        <a:lnTo>
                          <a:pt x="1029" y="22525"/>
                        </a:lnTo>
                        <a:lnTo>
                          <a:pt x="14033" y="28845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371" name="Google Shape;371;p11"/>
                  <p:cNvSpPr/>
                  <p:nvPr/>
                </p:nvSpPr>
                <p:spPr>
                  <a:xfrm rot="157512">
                    <a:off x="5120574" y="3773006"/>
                    <a:ext cx="650192" cy="72108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09" h="28845" fill="none" extrusionOk="0">
                        <a:moveTo>
                          <a:pt x="26008" y="20744"/>
                        </a:moveTo>
                        <a:lnTo>
                          <a:pt x="24980" y="6321"/>
                        </a:lnTo>
                        <a:lnTo>
                          <a:pt x="11976" y="0"/>
                        </a:lnTo>
                        <a:lnTo>
                          <a:pt x="0" y="8102"/>
                        </a:lnTo>
                        <a:lnTo>
                          <a:pt x="1028" y="22524"/>
                        </a:lnTo>
                        <a:lnTo>
                          <a:pt x="14033" y="28845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</p:grpSp>
            <p:sp>
              <p:nvSpPr>
                <p:cNvPr id="372" name="Google Shape;372;p11"/>
                <p:cNvSpPr/>
                <p:nvPr/>
              </p:nvSpPr>
              <p:spPr>
                <a:xfrm rot="157512">
                  <a:off x="6228998" y="4446717"/>
                  <a:ext cx="57072" cy="5704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283" h="2282" extrusionOk="0">
                      <a:moveTo>
                        <a:pt x="1142" y="0"/>
                      </a:moveTo>
                      <a:cubicBezTo>
                        <a:pt x="512" y="0"/>
                        <a:pt x="1" y="511"/>
                        <a:pt x="1" y="1141"/>
                      </a:cubicBezTo>
                      <a:cubicBezTo>
                        <a:pt x="1" y="1771"/>
                        <a:pt x="512" y="2281"/>
                        <a:pt x="1142" y="2281"/>
                      </a:cubicBezTo>
                      <a:cubicBezTo>
                        <a:pt x="1772" y="2281"/>
                        <a:pt x="2283" y="1772"/>
                        <a:pt x="2283" y="1141"/>
                      </a:cubicBezTo>
                      <a:cubicBezTo>
                        <a:pt x="2283" y="511"/>
                        <a:pt x="1772" y="0"/>
                        <a:pt x="1142" y="0"/>
                      </a:cubicBez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73" name="Google Shape;373;p11"/>
                <p:cNvSpPr/>
                <p:nvPr/>
              </p:nvSpPr>
              <p:spPr>
                <a:xfrm rot="157512">
                  <a:off x="9351770" y="4005108"/>
                  <a:ext cx="57047" cy="5707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282" h="2283" extrusionOk="0">
                      <a:moveTo>
                        <a:pt x="1141" y="0"/>
                      </a:moveTo>
                      <a:cubicBezTo>
                        <a:pt x="511" y="0"/>
                        <a:pt x="0" y="511"/>
                        <a:pt x="0" y="1141"/>
                      </a:cubicBezTo>
                      <a:cubicBezTo>
                        <a:pt x="0" y="1772"/>
                        <a:pt x="511" y="2282"/>
                        <a:pt x="1141" y="2282"/>
                      </a:cubicBezTo>
                      <a:cubicBezTo>
                        <a:pt x="1771" y="2282"/>
                        <a:pt x="2281" y="1772"/>
                        <a:pt x="2281" y="1141"/>
                      </a:cubicBezTo>
                      <a:cubicBezTo>
                        <a:pt x="2281" y="511"/>
                        <a:pt x="1771" y="0"/>
                        <a:pt x="1141" y="0"/>
                      </a:cubicBez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74" name="Google Shape;374;p11"/>
                <p:cNvSpPr/>
                <p:nvPr/>
              </p:nvSpPr>
              <p:spPr>
                <a:xfrm rot="157512">
                  <a:off x="8403706" y="3847890"/>
                  <a:ext cx="57072" cy="5704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283" h="2282" extrusionOk="0">
                      <a:moveTo>
                        <a:pt x="1141" y="1"/>
                      </a:moveTo>
                      <a:cubicBezTo>
                        <a:pt x="511" y="1"/>
                        <a:pt x="0" y="511"/>
                        <a:pt x="0" y="1141"/>
                      </a:cubicBezTo>
                      <a:cubicBezTo>
                        <a:pt x="0" y="1771"/>
                        <a:pt x="511" y="2282"/>
                        <a:pt x="1141" y="2282"/>
                      </a:cubicBezTo>
                      <a:cubicBezTo>
                        <a:pt x="1771" y="2282"/>
                        <a:pt x="2282" y="1771"/>
                        <a:pt x="2282" y="1141"/>
                      </a:cubicBezTo>
                      <a:cubicBezTo>
                        <a:pt x="2282" y="511"/>
                        <a:pt x="1771" y="1"/>
                        <a:pt x="1141" y="1"/>
                      </a:cubicBez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75" name="Google Shape;375;p11"/>
                <p:cNvSpPr/>
                <p:nvPr/>
              </p:nvSpPr>
              <p:spPr>
                <a:xfrm rot="157512">
                  <a:off x="8124633" y="5115580"/>
                  <a:ext cx="57047" cy="5704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282" h="2282" extrusionOk="0">
                      <a:moveTo>
                        <a:pt x="1140" y="0"/>
                      </a:moveTo>
                      <a:cubicBezTo>
                        <a:pt x="511" y="0"/>
                        <a:pt x="0" y="511"/>
                        <a:pt x="0" y="1141"/>
                      </a:cubicBezTo>
                      <a:cubicBezTo>
                        <a:pt x="0" y="1771"/>
                        <a:pt x="510" y="2281"/>
                        <a:pt x="1140" y="2281"/>
                      </a:cubicBezTo>
                      <a:cubicBezTo>
                        <a:pt x="1771" y="2281"/>
                        <a:pt x="2281" y="1771"/>
                        <a:pt x="2281" y="1141"/>
                      </a:cubicBezTo>
                      <a:cubicBezTo>
                        <a:pt x="2281" y="511"/>
                        <a:pt x="1771" y="0"/>
                        <a:pt x="1140" y="0"/>
                      </a:cubicBez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76" name="Google Shape;376;p11"/>
                <p:cNvSpPr/>
                <p:nvPr/>
              </p:nvSpPr>
              <p:spPr>
                <a:xfrm rot="157512">
                  <a:off x="6574005" y="5703526"/>
                  <a:ext cx="57072" cy="5704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283" h="2282" extrusionOk="0">
                      <a:moveTo>
                        <a:pt x="1141" y="1"/>
                      </a:moveTo>
                      <a:cubicBezTo>
                        <a:pt x="511" y="1"/>
                        <a:pt x="0" y="511"/>
                        <a:pt x="0" y="1141"/>
                      </a:cubicBezTo>
                      <a:cubicBezTo>
                        <a:pt x="0" y="1771"/>
                        <a:pt x="511" y="2282"/>
                        <a:pt x="1141" y="2282"/>
                      </a:cubicBezTo>
                      <a:cubicBezTo>
                        <a:pt x="1771" y="2282"/>
                        <a:pt x="2282" y="1771"/>
                        <a:pt x="2282" y="1141"/>
                      </a:cubicBezTo>
                      <a:cubicBezTo>
                        <a:pt x="2282" y="511"/>
                        <a:pt x="1771" y="1"/>
                        <a:pt x="1141" y="1"/>
                      </a:cubicBez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77" name="Google Shape;377;p11"/>
                <p:cNvSpPr/>
                <p:nvPr/>
              </p:nvSpPr>
              <p:spPr>
                <a:xfrm rot="157512">
                  <a:off x="5957267" y="6080755"/>
                  <a:ext cx="57072" cy="5704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283" h="2282" extrusionOk="0">
                      <a:moveTo>
                        <a:pt x="1141" y="0"/>
                      </a:moveTo>
                      <a:cubicBezTo>
                        <a:pt x="511" y="0"/>
                        <a:pt x="0" y="510"/>
                        <a:pt x="0" y="1140"/>
                      </a:cubicBezTo>
                      <a:cubicBezTo>
                        <a:pt x="0" y="1770"/>
                        <a:pt x="511" y="2281"/>
                        <a:pt x="1141" y="2281"/>
                      </a:cubicBezTo>
                      <a:cubicBezTo>
                        <a:pt x="1771" y="2281"/>
                        <a:pt x="2282" y="1770"/>
                        <a:pt x="2282" y="1140"/>
                      </a:cubicBezTo>
                      <a:cubicBezTo>
                        <a:pt x="2282" y="510"/>
                        <a:pt x="1771" y="0"/>
                        <a:pt x="1141" y="0"/>
                      </a:cubicBez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78" name="Google Shape;378;p11"/>
                <p:cNvSpPr/>
                <p:nvPr/>
              </p:nvSpPr>
              <p:spPr>
                <a:xfrm rot="157512">
                  <a:off x="5929801" y="4996682"/>
                  <a:ext cx="57072" cy="5704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283" h="2282" extrusionOk="0">
                      <a:moveTo>
                        <a:pt x="1142" y="0"/>
                      </a:moveTo>
                      <a:cubicBezTo>
                        <a:pt x="511" y="0"/>
                        <a:pt x="1" y="510"/>
                        <a:pt x="1" y="1140"/>
                      </a:cubicBezTo>
                      <a:cubicBezTo>
                        <a:pt x="1" y="1771"/>
                        <a:pt x="511" y="2281"/>
                        <a:pt x="1142" y="2281"/>
                      </a:cubicBezTo>
                      <a:cubicBezTo>
                        <a:pt x="1772" y="2281"/>
                        <a:pt x="2283" y="1771"/>
                        <a:pt x="2283" y="1140"/>
                      </a:cubicBezTo>
                      <a:cubicBezTo>
                        <a:pt x="2283" y="510"/>
                        <a:pt x="1772" y="0"/>
                        <a:pt x="1142" y="0"/>
                      </a:cubicBez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79" name="Google Shape;379;p11"/>
                <p:cNvSpPr/>
                <p:nvPr/>
              </p:nvSpPr>
              <p:spPr>
                <a:xfrm rot="157512">
                  <a:off x="9015730" y="3465389"/>
                  <a:ext cx="57047" cy="5707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282" h="2283" extrusionOk="0">
                      <a:moveTo>
                        <a:pt x="1142" y="0"/>
                      </a:moveTo>
                      <a:cubicBezTo>
                        <a:pt x="512" y="0"/>
                        <a:pt x="1" y="511"/>
                        <a:pt x="1" y="1141"/>
                      </a:cubicBezTo>
                      <a:cubicBezTo>
                        <a:pt x="1" y="1771"/>
                        <a:pt x="512" y="2282"/>
                        <a:pt x="1142" y="2282"/>
                      </a:cubicBezTo>
                      <a:cubicBezTo>
                        <a:pt x="1771" y="2282"/>
                        <a:pt x="2282" y="1771"/>
                        <a:pt x="2282" y="1141"/>
                      </a:cubicBezTo>
                      <a:cubicBezTo>
                        <a:pt x="2282" y="511"/>
                        <a:pt x="1771" y="0"/>
                        <a:pt x="1142" y="0"/>
                      </a:cubicBez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</p:grpSp>
        <p:sp>
          <p:nvSpPr>
            <p:cNvPr id="380" name="Google Shape;380;p11"/>
            <p:cNvSpPr/>
            <p:nvPr/>
          </p:nvSpPr>
          <p:spPr>
            <a:xfrm rot="157512">
              <a:off x="8799542" y="3225845"/>
              <a:ext cx="57022" cy="57072"/>
            </a:xfrm>
            <a:custGeom>
              <a:avLst/>
              <a:gdLst/>
              <a:ahLst/>
              <a:cxnLst/>
              <a:rect l="l" t="t" r="r" b="b"/>
              <a:pathLst>
                <a:path w="2281" h="2283" extrusionOk="0">
                  <a:moveTo>
                    <a:pt x="1141" y="1"/>
                  </a:moveTo>
                  <a:cubicBezTo>
                    <a:pt x="511" y="1"/>
                    <a:pt x="0" y="512"/>
                    <a:pt x="0" y="1142"/>
                  </a:cubicBezTo>
                  <a:cubicBezTo>
                    <a:pt x="0" y="1772"/>
                    <a:pt x="511" y="2283"/>
                    <a:pt x="1141" y="2283"/>
                  </a:cubicBezTo>
                  <a:cubicBezTo>
                    <a:pt x="1771" y="2283"/>
                    <a:pt x="2281" y="1772"/>
                    <a:pt x="2281" y="1142"/>
                  </a:cubicBezTo>
                  <a:cubicBezTo>
                    <a:pt x="2281" y="512"/>
                    <a:pt x="1771" y="1"/>
                    <a:pt x="1141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1" name="Google Shape;381;p11"/>
            <p:cNvSpPr/>
            <p:nvPr/>
          </p:nvSpPr>
          <p:spPr>
            <a:xfrm rot="157512">
              <a:off x="5710335" y="4761896"/>
              <a:ext cx="57072" cy="57072"/>
            </a:xfrm>
            <a:custGeom>
              <a:avLst/>
              <a:gdLst/>
              <a:ahLst/>
              <a:cxnLst/>
              <a:rect l="l" t="t" r="r" b="b"/>
              <a:pathLst>
                <a:path w="2283" h="2283" extrusionOk="0">
                  <a:moveTo>
                    <a:pt x="1141" y="1"/>
                  </a:moveTo>
                  <a:cubicBezTo>
                    <a:pt x="511" y="1"/>
                    <a:pt x="0" y="511"/>
                    <a:pt x="0" y="1142"/>
                  </a:cubicBezTo>
                  <a:cubicBezTo>
                    <a:pt x="0" y="1772"/>
                    <a:pt x="511" y="2283"/>
                    <a:pt x="1141" y="2283"/>
                  </a:cubicBezTo>
                  <a:cubicBezTo>
                    <a:pt x="1771" y="2283"/>
                    <a:pt x="2282" y="1772"/>
                    <a:pt x="2282" y="1142"/>
                  </a:cubicBezTo>
                  <a:cubicBezTo>
                    <a:pt x="2282" y="511"/>
                    <a:pt x="1771" y="1"/>
                    <a:pt x="1141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2" name="Google Shape;382;p11"/>
            <p:cNvSpPr/>
            <p:nvPr/>
          </p:nvSpPr>
          <p:spPr>
            <a:xfrm rot="157512">
              <a:off x="7885492" y="4168682"/>
              <a:ext cx="57047" cy="57047"/>
            </a:xfrm>
            <a:custGeom>
              <a:avLst/>
              <a:gdLst/>
              <a:ahLst/>
              <a:cxnLst/>
              <a:rect l="l" t="t" r="r" b="b"/>
              <a:pathLst>
                <a:path w="2282" h="2282" extrusionOk="0">
                  <a:moveTo>
                    <a:pt x="1141" y="0"/>
                  </a:moveTo>
                  <a:cubicBezTo>
                    <a:pt x="511" y="0"/>
                    <a:pt x="0" y="511"/>
                    <a:pt x="0" y="1141"/>
                  </a:cubicBezTo>
                  <a:cubicBezTo>
                    <a:pt x="0" y="1770"/>
                    <a:pt x="511" y="2281"/>
                    <a:pt x="1141" y="2281"/>
                  </a:cubicBezTo>
                  <a:cubicBezTo>
                    <a:pt x="1772" y="2281"/>
                    <a:pt x="2281" y="1770"/>
                    <a:pt x="2281" y="1141"/>
                  </a:cubicBezTo>
                  <a:cubicBezTo>
                    <a:pt x="2281" y="511"/>
                    <a:pt x="1772" y="0"/>
                    <a:pt x="1141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383" name="Google Shape;383;p11"/>
          <p:cNvGrpSpPr/>
          <p:nvPr/>
        </p:nvGrpSpPr>
        <p:grpSpPr>
          <a:xfrm>
            <a:off x="-128336" y="-2516262"/>
            <a:ext cx="5036265" cy="4113315"/>
            <a:chOff x="4780389" y="2513201"/>
            <a:chExt cx="5036265" cy="4113315"/>
          </a:xfrm>
        </p:grpSpPr>
        <p:grpSp>
          <p:nvGrpSpPr>
            <p:cNvPr id="384" name="Google Shape;384;p11"/>
            <p:cNvGrpSpPr/>
            <p:nvPr/>
          </p:nvGrpSpPr>
          <p:grpSpPr>
            <a:xfrm>
              <a:off x="4780389" y="2513201"/>
              <a:ext cx="5036265" cy="4113315"/>
              <a:chOff x="4673664" y="2214101"/>
              <a:chExt cx="5036265" cy="4113315"/>
            </a:xfrm>
          </p:grpSpPr>
          <p:sp>
            <p:nvSpPr>
              <p:cNvPr id="385" name="Google Shape;385;p11"/>
              <p:cNvSpPr/>
              <p:nvPr/>
            </p:nvSpPr>
            <p:spPr>
              <a:xfrm rot="157512">
                <a:off x="9047033" y="4559649"/>
                <a:ext cx="57072" cy="57047"/>
              </a:xfrm>
              <a:custGeom>
                <a:avLst/>
                <a:gdLst/>
                <a:ahLst/>
                <a:cxnLst/>
                <a:rect l="l" t="t" r="r" b="b"/>
                <a:pathLst>
                  <a:path w="2283" h="2282" extrusionOk="0">
                    <a:moveTo>
                      <a:pt x="1141" y="1"/>
                    </a:moveTo>
                    <a:cubicBezTo>
                      <a:pt x="511" y="1"/>
                      <a:pt x="0" y="512"/>
                      <a:pt x="0" y="1142"/>
                    </a:cubicBezTo>
                    <a:cubicBezTo>
                      <a:pt x="0" y="1771"/>
                      <a:pt x="511" y="2282"/>
                      <a:pt x="1141" y="2282"/>
                    </a:cubicBezTo>
                    <a:cubicBezTo>
                      <a:pt x="1771" y="2282"/>
                      <a:pt x="2282" y="1771"/>
                      <a:pt x="2282" y="1142"/>
                    </a:cubicBezTo>
                    <a:cubicBezTo>
                      <a:pt x="2282" y="512"/>
                      <a:pt x="1771" y="1"/>
                      <a:pt x="1141" y="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grpSp>
            <p:nvGrpSpPr>
              <p:cNvPr id="386" name="Google Shape;386;p11"/>
              <p:cNvGrpSpPr/>
              <p:nvPr/>
            </p:nvGrpSpPr>
            <p:grpSpPr>
              <a:xfrm>
                <a:off x="4673664" y="2214101"/>
                <a:ext cx="5036265" cy="4113315"/>
                <a:chOff x="4673664" y="2214101"/>
                <a:chExt cx="5036265" cy="4113315"/>
              </a:xfrm>
            </p:grpSpPr>
            <p:grpSp>
              <p:nvGrpSpPr>
                <p:cNvPr id="387" name="Google Shape;387;p11"/>
                <p:cNvGrpSpPr/>
                <p:nvPr/>
              </p:nvGrpSpPr>
              <p:grpSpPr>
                <a:xfrm>
                  <a:off x="4673664" y="2214101"/>
                  <a:ext cx="5036265" cy="4113315"/>
                  <a:chOff x="3825164" y="427026"/>
                  <a:chExt cx="5036265" cy="4113315"/>
                </a:xfrm>
              </p:grpSpPr>
              <p:sp>
                <p:nvSpPr>
                  <p:cNvPr id="388" name="Google Shape;388;p11"/>
                  <p:cNvSpPr/>
                  <p:nvPr/>
                </p:nvSpPr>
                <p:spPr>
                  <a:xfrm rot="157512">
                    <a:off x="6915828" y="473247"/>
                    <a:ext cx="650167" cy="72108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08" h="28845" fill="none" extrusionOk="0">
                        <a:moveTo>
                          <a:pt x="26008" y="20744"/>
                        </a:moveTo>
                        <a:lnTo>
                          <a:pt x="24980" y="6321"/>
                        </a:lnTo>
                        <a:lnTo>
                          <a:pt x="11976" y="1"/>
                        </a:lnTo>
                        <a:lnTo>
                          <a:pt x="0" y="8102"/>
                        </a:lnTo>
                        <a:lnTo>
                          <a:pt x="1028" y="22524"/>
                        </a:lnTo>
                        <a:lnTo>
                          <a:pt x="14032" y="28845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389" name="Google Shape;389;p11"/>
                  <p:cNvSpPr/>
                  <p:nvPr/>
                </p:nvSpPr>
                <p:spPr>
                  <a:xfrm rot="157512">
                    <a:off x="7541687" y="457392"/>
                    <a:ext cx="650192" cy="72111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09" h="28846" fill="none" extrusionOk="0">
                        <a:moveTo>
                          <a:pt x="26009" y="20743"/>
                        </a:moveTo>
                        <a:lnTo>
                          <a:pt x="24981" y="6321"/>
                        </a:lnTo>
                        <a:lnTo>
                          <a:pt x="11976" y="1"/>
                        </a:lnTo>
                        <a:lnTo>
                          <a:pt x="1" y="8102"/>
                        </a:lnTo>
                        <a:lnTo>
                          <a:pt x="1029" y="22525"/>
                        </a:lnTo>
                        <a:lnTo>
                          <a:pt x="14033" y="28845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390" name="Google Shape;390;p11"/>
                  <p:cNvSpPr/>
                  <p:nvPr/>
                </p:nvSpPr>
                <p:spPr>
                  <a:xfrm rot="157512">
                    <a:off x="8167572" y="441537"/>
                    <a:ext cx="650192" cy="72108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09" h="28845" fill="none" extrusionOk="0">
                        <a:moveTo>
                          <a:pt x="26008" y="20743"/>
                        </a:moveTo>
                        <a:lnTo>
                          <a:pt x="24980" y="6321"/>
                        </a:lnTo>
                        <a:lnTo>
                          <a:pt x="11976" y="0"/>
                        </a:lnTo>
                        <a:lnTo>
                          <a:pt x="1" y="8102"/>
                        </a:lnTo>
                        <a:lnTo>
                          <a:pt x="1029" y="22524"/>
                        </a:lnTo>
                        <a:lnTo>
                          <a:pt x="14033" y="28845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391" name="Google Shape;391;p11"/>
                  <p:cNvSpPr/>
                  <p:nvPr/>
                </p:nvSpPr>
                <p:spPr>
                  <a:xfrm rot="157512">
                    <a:off x="7242491" y="1007356"/>
                    <a:ext cx="650192" cy="72108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09" h="28845" fill="none" extrusionOk="0">
                        <a:moveTo>
                          <a:pt x="26008" y="20743"/>
                        </a:moveTo>
                        <a:lnTo>
                          <a:pt x="24980" y="6321"/>
                        </a:lnTo>
                        <a:lnTo>
                          <a:pt x="11976" y="1"/>
                        </a:lnTo>
                        <a:lnTo>
                          <a:pt x="0" y="8102"/>
                        </a:lnTo>
                        <a:lnTo>
                          <a:pt x="1028" y="22525"/>
                        </a:lnTo>
                        <a:lnTo>
                          <a:pt x="14033" y="28844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392" name="Google Shape;392;p11"/>
                  <p:cNvSpPr/>
                  <p:nvPr/>
                </p:nvSpPr>
                <p:spPr>
                  <a:xfrm rot="157512">
                    <a:off x="7868375" y="991501"/>
                    <a:ext cx="650167" cy="72108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08" h="28845" fill="none" extrusionOk="0">
                        <a:moveTo>
                          <a:pt x="26008" y="20743"/>
                        </a:moveTo>
                        <a:lnTo>
                          <a:pt x="24980" y="6321"/>
                        </a:lnTo>
                        <a:lnTo>
                          <a:pt x="11976" y="0"/>
                        </a:lnTo>
                        <a:lnTo>
                          <a:pt x="0" y="8102"/>
                        </a:lnTo>
                        <a:lnTo>
                          <a:pt x="1028" y="22524"/>
                        </a:lnTo>
                        <a:lnTo>
                          <a:pt x="14032" y="28845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393" name="Google Shape;393;p11"/>
                  <p:cNvSpPr/>
                  <p:nvPr/>
                </p:nvSpPr>
                <p:spPr>
                  <a:xfrm rot="157512">
                    <a:off x="6943294" y="1557320"/>
                    <a:ext cx="650167" cy="72108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08" h="28845" fill="none" extrusionOk="0">
                        <a:moveTo>
                          <a:pt x="26008" y="20743"/>
                        </a:moveTo>
                        <a:lnTo>
                          <a:pt x="24980" y="6320"/>
                        </a:lnTo>
                        <a:lnTo>
                          <a:pt x="11975" y="1"/>
                        </a:lnTo>
                        <a:lnTo>
                          <a:pt x="0" y="8102"/>
                        </a:lnTo>
                        <a:lnTo>
                          <a:pt x="1028" y="22524"/>
                        </a:lnTo>
                        <a:lnTo>
                          <a:pt x="14032" y="28844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394" name="Google Shape;394;p11"/>
                  <p:cNvSpPr/>
                  <p:nvPr/>
                </p:nvSpPr>
                <p:spPr>
                  <a:xfrm rot="157512">
                    <a:off x="7569154" y="1541466"/>
                    <a:ext cx="650217" cy="72106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10" h="28844" fill="none" extrusionOk="0">
                        <a:moveTo>
                          <a:pt x="26009" y="20743"/>
                        </a:moveTo>
                        <a:lnTo>
                          <a:pt x="24980" y="6321"/>
                        </a:lnTo>
                        <a:lnTo>
                          <a:pt x="11976" y="0"/>
                        </a:lnTo>
                        <a:lnTo>
                          <a:pt x="1" y="8101"/>
                        </a:lnTo>
                        <a:lnTo>
                          <a:pt x="1029" y="22524"/>
                        </a:lnTo>
                        <a:lnTo>
                          <a:pt x="14033" y="28844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395" name="Google Shape;395;p11"/>
                  <p:cNvSpPr/>
                  <p:nvPr/>
                </p:nvSpPr>
                <p:spPr>
                  <a:xfrm rot="157512">
                    <a:off x="8195039" y="1525586"/>
                    <a:ext cx="650217" cy="72111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10" h="28846" fill="none" extrusionOk="0">
                        <a:moveTo>
                          <a:pt x="26009" y="20743"/>
                        </a:moveTo>
                        <a:lnTo>
                          <a:pt x="24980" y="6322"/>
                        </a:lnTo>
                        <a:lnTo>
                          <a:pt x="11976" y="1"/>
                        </a:lnTo>
                        <a:lnTo>
                          <a:pt x="0" y="8103"/>
                        </a:lnTo>
                        <a:lnTo>
                          <a:pt x="1029" y="22525"/>
                        </a:lnTo>
                        <a:lnTo>
                          <a:pt x="14033" y="28846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396" name="Google Shape;396;p11"/>
                  <p:cNvSpPr/>
                  <p:nvPr/>
                </p:nvSpPr>
                <p:spPr>
                  <a:xfrm rot="157512">
                    <a:off x="4140535" y="2170703"/>
                    <a:ext cx="650217" cy="72108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10" h="28845" fill="none" extrusionOk="0">
                        <a:moveTo>
                          <a:pt x="26009" y="20743"/>
                        </a:moveTo>
                        <a:lnTo>
                          <a:pt x="24980" y="6321"/>
                        </a:lnTo>
                        <a:lnTo>
                          <a:pt x="11977" y="0"/>
                        </a:lnTo>
                        <a:lnTo>
                          <a:pt x="1" y="8102"/>
                        </a:lnTo>
                        <a:lnTo>
                          <a:pt x="1028" y="22524"/>
                        </a:lnTo>
                        <a:lnTo>
                          <a:pt x="14033" y="28845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397" name="Google Shape;397;p11"/>
                  <p:cNvSpPr/>
                  <p:nvPr/>
                </p:nvSpPr>
                <p:spPr>
                  <a:xfrm rot="157512">
                    <a:off x="4766419" y="2154848"/>
                    <a:ext cx="650192" cy="72108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09" h="28845" fill="none" extrusionOk="0">
                        <a:moveTo>
                          <a:pt x="26009" y="20743"/>
                        </a:moveTo>
                        <a:lnTo>
                          <a:pt x="24980" y="6321"/>
                        </a:lnTo>
                        <a:lnTo>
                          <a:pt x="11977" y="1"/>
                        </a:lnTo>
                        <a:lnTo>
                          <a:pt x="0" y="8102"/>
                        </a:lnTo>
                        <a:lnTo>
                          <a:pt x="1029" y="22524"/>
                        </a:lnTo>
                        <a:lnTo>
                          <a:pt x="14034" y="28845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398" name="Google Shape;398;p11"/>
                  <p:cNvSpPr/>
                  <p:nvPr/>
                </p:nvSpPr>
                <p:spPr>
                  <a:xfrm rot="157512">
                    <a:off x="5392303" y="2138993"/>
                    <a:ext cx="650192" cy="72108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09" h="28845" fill="none" extrusionOk="0">
                        <a:moveTo>
                          <a:pt x="26009" y="20743"/>
                        </a:moveTo>
                        <a:lnTo>
                          <a:pt x="24981" y="6321"/>
                        </a:lnTo>
                        <a:lnTo>
                          <a:pt x="11976" y="0"/>
                        </a:lnTo>
                        <a:lnTo>
                          <a:pt x="0" y="8102"/>
                        </a:lnTo>
                        <a:lnTo>
                          <a:pt x="1029" y="22524"/>
                        </a:lnTo>
                        <a:lnTo>
                          <a:pt x="14033" y="28844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399" name="Google Shape;399;p11"/>
                  <p:cNvSpPr/>
                  <p:nvPr/>
                </p:nvSpPr>
                <p:spPr>
                  <a:xfrm rot="157512">
                    <a:off x="6018188" y="2123139"/>
                    <a:ext cx="650192" cy="72108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09" h="28845" fill="none" extrusionOk="0">
                        <a:moveTo>
                          <a:pt x="26008" y="20743"/>
                        </a:moveTo>
                        <a:lnTo>
                          <a:pt x="24981" y="6321"/>
                        </a:lnTo>
                        <a:lnTo>
                          <a:pt x="11976" y="0"/>
                        </a:lnTo>
                        <a:lnTo>
                          <a:pt x="1" y="8102"/>
                        </a:lnTo>
                        <a:lnTo>
                          <a:pt x="1029" y="22524"/>
                        </a:lnTo>
                        <a:lnTo>
                          <a:pt x="14033" y="28845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400" name="Google Shape;400;p11"/>
                  <p:cNvSpPr/>
                  <p:nvPr/>
                </p:nvSpPr>
                <p:spPr>
                  <a:xfrm rot="157512">
                    <a:off x="6644073" y="2107259"/>
                    <a:ext cx="650192" cy="72111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09" h="28846" fill="none" extrusionOk="0">
                        <a:moveTo>
                          <a:pt x="26008" y="20743"/>
                        </a:moveTo>
                        <a:lnTo>
                          <a:pt x="24980" y="6321"/>
                        </a:lnTo>
                        <a:lnTo>
                          <a:pt x="11976" y="1"/>
                        </a:lnTo>
                        <a:lnTo>
                          <a:pt x="1" y="8103"/>
                        </a:lnTo>
                        <a:lnTo>
                          <a:pt x="1028" y="22525"/>
                        </a:lnTo>
                        <a:lnTo>
                          <a:pt x="14033" y="28845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401" name="Google Shape;401;p11"/>
                  <p:cNvSpPr/>
                  <p:nvPr/>
                </p:nvSpPr>
                <p:spPr>
                  <a:xfrm rot="157512">
                    <a:off x="7269957" y="2091430"/>
                    <a:ext cx="650192" cy="72106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09" h="28844" fill="none" extrusionOk="0">
                        <a:moveTo>
                          <a:pt x="26009" y="20743"/>
                        </a:moveTo>
                        <a:lnTo>
                          <a:pt x="24980" y="6320"/>
                        </a:lnTo>
                        <a:lnTo>
                          <a:pt x="11976" y="0"/>
                        </a:lnTo>
                        <a:lnTo>
                          <a:pt x="0" y="8101"/>
                        </a:lnTo>
                        <a:lnTo>
                          <a:pt x="1028" y="22523"/>
                        </a:lnTo>
                        <a:lnTo>
                          <a:pt x="14033" y="28844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402" name="Google Shape;402;p11"/>
                  <p:cNvSpPr/>
                  <p:nvPr/>
                </p:nvSpPr>
                <p:spPr>
                  <a:xfrm rot="157512">
                    <a:off x="7895842" y="2075550"/>
                    <a:ext cx="650192" cy="72108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09" h="28845" fill="none" extrusionOk="0">
                        <a:moveTo>
                          <a:pt x="26009" y="20743"/>
                        </a:moveTo>
                        <a:lnTo>
                          <a:pt x="24980" y="6322"/>
                        </a:lnTo>
                        <a:lnTo>
                          <a:pt x="11976" y="1"/>
                        </a:lnTo>
                        <a:lnTo>
                          <a:pt x="0" y="8102"/>
                        </a:lnTo>
                        <a:lnTo>
                          <a:pt x="1029" y="22525"/>
                        </a:lnTo>
                        <a:lnTo>
                          <a:pt x="14032" y="28845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403" name="Google Shape;403;p11"/>
                  <p:cNvSpPr/>
                  <p:nvPr/>
                </p:nvSpPr>
                <p:spPr>
                  <a:xfrm rot="157512">
                    <a:off x="3841337" y="2720667"/>
                    <a:ext cx="650192" cy="72111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09" h="28846" fill="none" extrusionOk="0">
                        <a:moveTo>
                          <a:pt x="26009" y="20743"/>
                        </a:moveTo>
                        <a:lnTo>
                          <a:pt x="24980" y="6321"/>
                        </a:lnTo>
                        <a:lnTo>
                          <a:pt x="11975" y="0"/>
                        </a:lnTo>
                        <a:lnTo>
                          <a:pt x="0" y="8102"/>
                        </a:lnTo>
                        <a:lnTo>
                          <a:pt x="1029" y="22524"/>
                        </a:lnTo>
                        <a:lnTo>
                          <a:pt x="14032" y="28845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404" name="Google Shape;404;p11"/>
                  <p:cNvSpPr/>
                  <p:nvPr/>
                </p:nvSpPr>
                <p:spPr>
                  <a:xfrm rot="157512">
                    <a:off x="4467198" y="2704787"/>
                    <a:ext cx="650217" cy="72111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10" h="28846" fill="none" extrusionOk="0">
                        <a:moveTo>
                          <a:pt x="26010" y="20743"/>
                        </a:moveTo>
                        <a:lnTo>
                          <a:pt x="24982" y="6322"/>
                        </a:lnTo>
                        <a:lnTo>
                          <a:pt x="11977" y="1"/>
                        </a:lnTo>
                        <a:lnTo>
                          <a:pt x="1" y="8103"/>
                        </a:lnTo>
                        <a:lnTo>
                          <a:pt x="1030" y="22525"/>
                        </a:lnTo>
                        <a:lnTo>
                          <a:pt x="14033" y="28846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405" name="Google Shape;405;p11"/>
                  <p:cNvSpPr/>
                  <p:nvPr/>
                </p:nvSpPr>
                <p:spPr>
                  <a:xfrm rot="157512">
                    <a:off x="5093107" y="2688958"/>
                    <a:ext cx="650192" cy="72108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09" h="28845" fill="none" extrusionOk="0">
                        <a:moveTo>
                          <a:pt x="26008" y="20743"/>
                        </a:moveTo>
                        <a:lnTo>
                          <a:pt x="24980" y="6320"/>
                        </a:lnTo>
                        <a:lnTo>
                          <a:pt x="11976" y="0"/>
                        </a:lnTo>
                        <a:lnTo>
                          <a:pt x="1" y="8102"/>
                        </a:lnTo>
                        <a:lnTo>
                          <a:pt x="1029" y="22523"/>
                        </a:lnTo>
                        <a:lnTo>
                          <a:pt x="14033" y="28844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406" name="Google Shape;406;p11"/>
                  <p:cNvSpPr/>
                  <p:nvPr/>
                </p:nvSpPr>
                <p:spPr>
                  <a:xfrm rot="157512">
                    <a:off x="5718992" y="2673103"/>
                    <a:ext cx="650192" cy="72106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09" h="28844" fill="none" extrusionOk="0">
                        <a:moveTo>
                          <a:pt x="26008" y="20743"/>
                        </a:moveTo>
                        <a:lnTo>
                          <a:pt x="24980" y="6321"/>
                        </a:lnTo>
                        <a:lnTo>
                          <a:pt x="11976" y="0"/>
                        </a:lnTo>
                        <a:lnTo>
                          <a:pt x="0" y="8101"/>
                        </a:lnTo>
                        <a:lnTo>
                          <a:pt x="1028" y="22524"/>
                        </a:lnTo>
                        <a:lnTo>
                          <a:pt x="14033" y="28844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407" name="Google Shape;407;p11"/>
                  <p:cNvSpPr/>
                  <p:nvPr/>
                </p:nvSpPr>
                <p:spPr>
                  <a:xfrm rot="157512">
                    <a:off x="6344876" y="2657223"/>
                    <a:ext cx="650167" cy="72111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08" h="28846" fill="none" extrusionOk="0">
                        <a:moveTo>
                          <a:pt x="26008" y="20743"/>
                        </a:moveTo>
                        <a:lnTo>
                          <a:pt x="24980" y="6321"/>
                        </a:lnTo>
                        <a:lnTo>
                          <a:pt x="11975" y="1"/>
                        </a:lnTo>
                        <a:lnTo>
                          <a:pt x="0" y="8103"/>
                        </a:lnTo>
                        <a:lnTo>
                          <a:pt x="1028" y="22525"/>
                        </a:lnTo>
                        <a:lnTo>
                          <a:pt x="14032" y="28845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408" name="Google Shape;408;p11"/>
                  <p:cNvSpPr/>
                  <p:nvPr/>
                </p:nvSpPr>
                <p:spPr>
                  <a:xfrm rot="157512">
                    <a:off x="6970736" y="2641369"/>
                    <a:ext cx="650217" cy="72111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10" h="28846" fill="none" extrusionOk="0">
                        <a:moveTo>
                          <a:pt x="26010" y="20743"/>
                        </a:moveTo>
                        <a:lnTo>
                          <a:pt x="24981" y="6321"/>
                        </a:lnTo>
                        <a:lnTo>
                          <a:pt x="11976" y="0"/>
                        </a:lnTo>
                        <a:lnTo>
                          <a:pt x="1" y="8102"/>
                        </a:lnTo>
                        <a:lnTo>
                          <a:pt x="1029" y="22524"/>
                        </a:lnTo>
                        <a:lnTo>
                          <a:pt x="14033" y="28845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409" name="Google Shape;409;p11"/>
                  <p:cNvSpPr/>
                  <p:nvPr/>
                </p:nvSpPr>
                <p:spPr>
                  <a:xfrm rot="157512">
                    <a:off x="4168001" y="3254751"/>
                    <a:ext cx="650217" cy="72111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10" h="28846" fill="none" extrusionOk="0">
                        <a:moveTo>
                          <a:pt x="26009" y="20744"/>
                        </a:moveTo>
                        <a:lnTo>
                          <a:pt x="24980" y="6322"/>
                        </a:lnTo>
                        <a:lnTo>
                          <a:pt x="11977" y="1"/>
                        </a:lnTo>
                        <a:lnTo>
                          <a:pt x="0" y="8103"/>
                        </a:lnTo>
                        <a:lnTo>
                          <a:pt x="1029" y="22525"/>
                        </a:lnTo>
                        <a:lnTo>
                          <a:pt x="14034" y="28846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410" name="Google Shape;410;p11"/>
                  <p:cNvSpPr/>
                  <p:nvPr/>
                </p:nvSpPr>
                <p:spPr>
                  <a:xfrm rot="157512">
                    <a:off x="4793885" y="3238896"/>
                    <a:ext cx="650192" cy="72111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09" h="28846" fill="none" extrusionOk="0">
                        <a:moveTo>
                          <a:pt x="26009" y="20743"/>
                        </a:moveTo>
                        <a:lnTo>
                          <a:pt x="24981" y="6321"/>
                        </a:lnTo>
                        <a:lnTo>
                          <a:pt x="11977" y="0"/>
                        </a:lnTo>
                        <a:lnTo>
                          <a:pt x="0" y="8103"/>
                        </a:lnTo>
                        <a:lnTo>
                          <a:pt x="1029" y="22525"/>
                        </a:lnTo>
                        <a:lnTo>
                          <a:pt x="14033" y="28845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411" name="Google Shape;411;p11"/>
                  <p:cNvSpPr/>
                  <p:nvPr/>
                </p:nvSpPr>
                <p:spPr>
                  <a:xfrm rot="157512">
                    <a:off x="5419770" y="3223067"/>
                    <a:ext cx="650192" cy="72106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09" h="28844" fill="none" extrusionOk="0">
                        <a:moveTo>
                          <a:pt x="26009" y="20743"/>
                        </a:moveTo>
                        <a:lnTo>
                          <a:pt x="24981" y="6320"/>
                        </a:lnTo>
                        <a:lnTo>
                          <a:pt x="11976" y="0"/>
                        </a:lnTo>
                        <a:lnTo>
                          <a:pt x="1" y="8101"/>
                        </a:lnTo>
                        <a:lnTo>
                          <a:pt x="1029" y="22523"/>
                        </a:lnTo>
                        <a:lnTo>
                          <a:pt x="14033" y="28844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412" name="Google Shape;412;p11"/>
                  <p:cNvSpPr/>
                  <p:nvPr/>
                </p:nvSpPr>
                <p:spPr>
                  <a:xfrm rot="157512">
                    <a:off x="6045654" y="3207187"/>
                    <a:ext cx="650192" cy="72111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09" h="28846" fill="none" extrusionOk="0">
                        <a:moveTo>
                          <a:pt x="26008" y="20743"/>
                        </a:moveTo>
                        <a:lnTo>
                          <a:pt x="24980" y="6321"/>
                        </a:lnTo>
                        <a:lnTo>
                          <a:pt x="11976" y="1"/>
                        </a:lnTo>
                        <a:lnTo>
                          <a:pt x="1" y="8102"/>
                        </a:lnTo>
                        <a:lnTo>
                          <a:pt x="1029" y="22525"/>
                        </a:lnTo>
                        <a:lnTo>
                          <a:pt x="14033" y="28845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413" name="Google Shape;413;p11"/>
                  <p:cNvSpPr/>
                  <p:nvPr/>
                </p:nvSpPr>
                <p:spPr>
                  <a:xfrm rot="157512">
                    <a:off x="3868779" y="3804714"/>
                    <a:ext cx="650217" cy="72111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10" h="28846" fill="none" extrusionOk="0">
                        <a:moveTo>
                          <a:pt x="26010" y="20744"/>
                        </a:moveTo>
                        <a:lnTo>
                          <a:pt x="24982" y="6322"/>
                        </a:lnTo>
                        <a:lnTo>
                          <a:pt x="11977" y="1"/>
                        </a:lnTo>
                        <a:lnTo>
                          <a:pt x="1" y="8102"/>
                        </a:lnTo>
                        <a:lnTo>
                          <a:pt x="1030" y="22525"/>
                        </a:lnTo>
                        <a:lnTo>
                          <a:pt x="14034" y="28846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414" name="Google Shape;414;p11"/>
                  <p:cNvSpPr/>
                  <p:nvPr/>
                </p:nvSpPr>
                <p:spPr>
                  <a:xfrm rot="157512">
                    <a:off x="4494689" y="3788860"/>
                    <a:ext cx="650192" cy="72111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09" h="28846" fill="none" extrusionOk="0">
                        <a:moveTo>
                          <a:pt x="26008" y="20743"/>
                        </a:moveTo>
                        <a:lnTo>
                          <a:pt x="24980" y="6321"/>
                        </a:lnTo>
                        <a:lnTo>
                          <a:pt x="11976" y="1"/>
                        </a:lnTo>
                        <a:lnTo>
                          <a:pt x="1" y="8103"/>
                        </a:lnTo>
                        <a:lnTo>
                          <a:pt x="1029" y="22525"/>
                        </a:lnTo>
                        <a:lnTo>
                          <a:pt x="14033" y="28845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415" name="Google Shape;415;p11"/>
                  <p:cNvSpPr/>
                  <p:nvPr/>
                </p:nvSpPr>
                <p:spPr>
                  <a:xfrm rot="157512">
                    <a:off x="5120574" y="3773006"/>
                    <a:ext cx="650192" cy="72108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09" h="28845" fill="none" extrusionOk="0">
                        <a:moveTo>
                          <a:pt x="26008" y="20744"/>
                        </a:moveTo>
                        <a:lnTo>
                          <a:pt x="24980" y="6321"/>
                        </a:lnTo>
                        <a:lnTo>
                          <a:pt x="11976" y="0"/>
                        </a:lnTo>
                        <a:lnTo>
                          <a:pt x="0" y="8102"/>
                        </a:lnTo>
                        <a:lnTo>
                          <a:pt x="1028" y="22524"/>
                        </a:lnTo>
                        <a:lnTo>
                          <a:pt x="14033" y="28845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</p:grpSp>
            <p:sp>
              <p:nvSpPr>
                <p:cNvPr id="416" name="Google Shape;416;p11"/>
                <p:cNvSpPr/>
                <p:nvPr/>
              </p:nvSpPr>
              <p:spPr>
                <a:xfrm rot="157512">
                  <a:off x="6228998" y="4446717"/>
                  <a:ext cx="57072" cy="5704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283" h="2282" extrusionOk="0">
                      <a:moveTo>
                        <a:pt x="1142" y="0"/>
                      </a:moveTo>
                      <a:cubicBezTo>
                        <a:pt x="512" y="0"/>
                        <a:pt x="1" y="511"/>
                        <a:pt x="1" y="1141"/>
                      </a:cubicBezTo>
                      <a:cubicBezTo>
                        <a:pt x="1" y="1771"/>
                        <a:pt x="512" y="2281"/>
                        <a:pt x="1142" y="2281"/>
                      </a:cubicBezTo>
                      <a:cubicBezTo>
                        <a:pt x="1772" y="2281"/>
                        <a:pt x="2283" y="1772"/>
                        <a:pt x="2283" y="1141"/>
                      </a:cubicBezTo>
                      <a:cubicBezTo>
                        <a:pt x="2283" y="511"/>
                        <a:pt x="1772" y="0"/>
                        <a:pt x="1142" y="0"/>
                      </a:cubicBez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17" name="Google Shape;417;p11"/>
                <p:cNvSpPr/>
                <p:nvPr/>
              </p:nvSpPr>
              <p:spPr>
                <a:xfrm rot="157512">
                  <a:off x="9351770" y="4005108"/>
                  <a:ext cx="57047" cy="5707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282" h="2283" extrusionOk="0">
                      <a:moveTo>
                        <a:pt x="1141" y="0"/>
                      </a:moveTo>
                      <a:cubicBezTo>
                        <a:pt x="511" y="0"/>
                        <a:pt x="0" y="511"/>
                        <a:pt x="0" y="1141"/>
                      </a:cubicBezTo>
                      <a:cubicBezTo>
                        <a:pt x="0" y="1772"/>
                        <a:pt x="511" y="2282"/>
                        <a:pt x="1141" y="2282"/>
                      </a:cubicBezTo>
                      <a:cubicBezTo>
                        <a:pt x="1771" y="2282"/>
                        <a:pt x="2281" y="1772"/>
                        <a:pt x="2281" y="1141"/>
                      </a:cubicBezTo>
                      <a:cubicBezTo>
                        <a:pt x="2281" y="511"/>
                        <a:pt x="1771" y="0"/>
                        <a:pt x="1141" y="0"/>
                      </a:cubicBez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18" name="Google Shape;418;p11"/>
                <p:cNvSpPr/>
                <p:nvPr/>
              </p:nvSpPr>
              <p:spPr>
                <a:xfrm rot="157512">
                  <a:off x="8403706" y="3847890"/>
                  <a:ext cx="57072" cy="5704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283" h="2282" extrusionOk="0">
                      <a:moveTo>
                        <a:pt x="1141" y="1"/>
                      </a:moveTo>
                      <a:cubicBezTo>
                        <a:pt x="511" y="1"/>
                        <a:pt x="0" y="511"/>
                        <a:pt x="0" y="1141"/>
                      </a:cubicBezTo>
                      <a:cubicBezTo>
                        <a:pt x="0" y="1771"/>
                        <a:pt x="511" y="2282"/>
                        <a:pt x="1141" y="2282"/>
                      </a:cubicBezTo>
                      <a:cubicBezTo>
                        <a:pt x="1771" y="2282"/>
                        <a:pt x="2282" y="1771"/>
                        <a:pt x="2282" y="1141"/>
                      </a:cubicBezTo>
                      <a:cubicBezTo>
                        <a:pt x="2282" y="511"/>
                        <a:pt x="1771" y="1"/>
                        <a:pt x="1141" y="1"/>
                      </a:cubicBez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19" name="Google Shape;419;p11"/>
                <p:cNvSpPr/>
                <p:nvPr/>
              </p:nvSpPr>
              <p:spPr>
                <a:xfrm rot="157512">
                  <a:off x="8124633" y="5115580"/>
                  <a:ext cx="57047" cy="5704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282" h="2282" extrusionOk="0">
                      <a:moveTo>
                        <a:pt x="1140" y="0"/>
                      </a:moveTo>
                      <a:cubicBezTo>
                        <a:pt x="511" y="0"/>
                        <a:pt x="0" y="511"/>
                        <a:pt x="0" y="1141"/>
                      </a:cubicBezTo>
                      <a:cubicBezTo>
                        <a:pt x="0" y="1771"/>
                        <a:pt x="510" y="2281"/>
                        <a:pt x="1140" y="2281"/>
                      </a:cubicBezTo>
                      <a:cubicBezTo>
                        <a:pt x="1771" y="2281"/>
                        <a:pt x="2281" y="1771"/>
                        <a:pt x="2281" y="1141"/>
                      </a:cubicBezTo>
                      <a:cubicBezTo>
                        <a:pt x="2281" y="511"/>
                        <a:pt x="1771" y="0"/>
                        <a:pt x="1140" y="0"/>
                      </a:cubicBez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20" name="Google Shape;420;p11"/>
                <p:cNvSpPr/>
                <p:nvPr/>
              </p:nvSpPr>
              <p:spPr>
                <a:xfrm rot="157512">
                  <a:off x="6574005" y="5703526"/>
                  <a:ext cx="57072" cy="5704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283" h="2282" extrusionOk="0">
                      <a:moveTo>
                        <a:pt x="1141" y="1"/>
                      </a:moveTo>
                      <a:cubicBezTo>
                        <a:pt x="511" y="1"/>
                        <a:pt x="0" y="511"/>
                        <a:pt x="0" y="1141"/>
                      </a:cubicBezTo>
                      <a:cubicBezTo>
                        <a:pt x="0" y="1771"/>
                        <a:pt x="511" y="2282"/>
                        <a:pt x="1141" y="2282"/>
                      </a:cubicBezTo>
                      <a:cubicBezTo>
                        <a:pt x="1771" y="2282"/>
                        <a:pt x="2282" y="1771"/>
                        <a:pt x="2282" y="1141"/>
                      </a:cubicBezTo>
                      <a:cubicBezTo>
                        <a:pt x="2282" y="511"/>
                        <a:pt x="1771" y="1"/>
                        <a:pt x="1141" y="1"/>
                      </a:cubicBez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21" name="Google Shape;421;p11"/>
                <p:cNvSpPr/>
                <p:nvPr/>
              </p:nvSpPr>
              <p:spPr>
                <a:xfrm rot="157512">
                  <a:off x="5957267" y="6080755"/>
                  <a:ext cx="57072" cy="5704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283" h="2282" extrusionOk="0">
                      <a:moveTo>
                        <a:pt x="1141" y="0"/>
                      </a:moveTo>
                      <a:cubicBezTo>
                        <a:pt x="511" y="0"/>
                        <a:pt x="0" y="510"/>
                        <a:pt x="0" y="1140"/>
                      </a:cubicBezTo>
                      <a:cubicBezTo>
                        <a:pt x="0" y="1770"/>
                        <a:pt x="511" y="2281"/>
                        <a:pt x="1141" y="2281"/>
                      </a:cubicBezTo>
                      <a:cubicBezTo>
                        <a:pt x="1771" y="2281"/>
                        <a:pt x="2282" y="1770"/>
                        <a:pt x="2282" y="1140"/>
                      </a:cubicBezTo>
                      <a:cubicBezTo>
                        <a:pt x="2282" y="510"/>
                        <a:pt x="1771" y="0"/>
                        <a:pt x="1141" y="0"/>
                      </a:cubicBez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22" name="Google Shape;422;p11"/>
                <p:cNvSpPr/>
                <p:nvPr/>
              </p:nvSpPr>
              <p:spPr>
                <a:xfrm rot="157512">
                  <a:off x="5929801" y="4996682"/>
                  <a:ext cx="57072" cy="5704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283" h="2282" extrusionOk="0">
                      <a:moveTo>
                        <a:pt x="1142" y="0"/>
                      </a:moveTo>
                      <a:cubicBezTo>
                        <a:pt x="511" y="0"/>
                        <a:pt x="1" y="510"/>
                        <a:pt x="1" y="1140"/>
                      </a:cubicBezTo>
                      <a:cubicBezTo>
                        <a:pt x="1" y="1771"/>
                        <a:pt x="511" y="2281"/>
                        <a:pt x="1142" y="2281"/>
                      </a:cubicBezTo>
                      <a:cubicBezTo>
                        <a:pt x="1772" y="2281"/>
                        <a:pt x="2283" y="1771"/>
                        <a:pt x="2283" y="1140"/>
                      </a:cubicBezTo>
                      <a:cubicBezTo>
                        <a:pt x="2283" y="510"/>
                        <a:pt x="1772" y="0"/>
                        <a:pt x="1142" y="0"/>
                      </a:cubicBez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23" name="Google Shape;423;p11"/>
                <p:cNvSpPr/>
                <p:nvPr/>
              </p:nvSpPr>
              <p:spPr>
                <a:xfrm rot="157512">
                  <a:off x="9015730" y="3465389"/>
                  <a:ext cx="57047" cy="5707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282" h="2283" extrusionOk="0">
                      <a:moveTo>
                        <a:pt x="1142" y="0"/>
                      </a:moveTo>
                      <a:cubicBezTo>
                        <a:pt x="512" y="0"/>
                        <a:pt x="1" y="511"/>
                        <a:pt x="1" y="1141"/>
                      </a:cubicBezTo>
                      <a:cubicBezTo>
                        <a:pt x="1" y="1771"/>
                        <a:pt x="512" y="2282"/>
                        <a:pt x="1142" y="2282"/>
                      </a:cubicBezTo>
                      <a:cubicBezTo>
                        <a:pt x="1771" y="2282"/>
                        <a:pt x="2282" y="1771"/>
                        <a:pt x="2282" y="1141"/>
                      </a:cubicBezTo>
                      <a:cubicBezTo>
                        <a:pt x="2282" y="511"/>
                        <a:pt x="1771" y="0"/>
                        <a:pt x="1142" y="0"/>
                      </a:cubicBez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</p:grpSp>
        <p:sp>
          <p:nvSpPr>
            <p:cNvPr id="424" name="Google Shape;424;p11"/>
            <p:cNvSpPr/>
            <p:nvPr/>
          </p:nvSpPr>
          <p:spPr>
            <a:xfrm rot="157512">
              <a:off x="8799542" y="3225845"/>
              <a:ext cx="57022" cy="57072"/>
            </a:xfrm>
            <a:custGeom>
              <a:avLst/>
              <a:gdLst/>
              <a:ahLst/>
              <a:cxnLst/>
              <a:rect l="l" t="t" r="r" b="b"/>
              <a:pathLst>
                <a:path w="2281" h="2283" extrusionOk="0">
                  <a:moveTo>
                    <a:pt x="1141" y="1"/>
                  </a:moveTo>
                  <a:cubicBezTo>
                    <a:pt x="511" y="1"/>
                    <a:pt x="0" y="512"/>
                    <a:pt x="0" y="1142"/>
                  </a:cubicBezTo>
                  <a:cubicBezTo>
                    <a:pt x="0" y="1772"/>
                    <a:pt x="511" y="2283"/>
                    <a:pt x="1141" y="2283"/>
                  </a:cubicBezTo>
                  <a:cubicBezTo>
                    <a:pt x="1771" y="2283"/>
                    <a:pt x="2281" y="1772"/>
                    <a:pt x="2281" y="1142"/>
                  </a:cubicBezTo>
                  <a:cubicBezTo>
                    <a:pt x="2281" y="512"/>
                    <a:pt x="1771" y="1"/>
                    <a:pt x="1141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5" name="Google Shape;425;p11"/>
            <p:cNvSpPr/>
            <p:nvPr/>
          </p:nvSpPr>
          <p:spPr>
            <a:xfrm rot="157512">
              <a:off x="5710335" y="4761896"/>
              <a:ext cx="57072" cy="57072"/>
            </a:xfrm>
            <a:custGeom>
              <a:avLst/>
              <a:gdLst/>
              <a:ahLst/>
              <a:cxnLst/>
              <a:rect l="l" t="t" r="r" b="b"/>
              <a:pathLst>
                <a:path w="2283" h="2283" extrusionOk="0">
                  <a:moveTo>
                    <a:pt x="1141" y="1"/>
                  </a:moveTo>
                  <a:cubicBezTo>
                    <a:pt x="511" y="1"/>
                    <a:pt x="0" y="511"/>
                    <a:pt x="0" y="1142"/>
                  </a:cubicBezTo>
                  <a:cubicBezTo>
                    <a:pt x="0" y="1772"/>
                    <a:pt x="511" y="2283"/>
                    <a:pt x="1141" y="2283"/>
                  </a:cubicBezTo>
                  <a:cubicBezTo>
                    <a:pt x="1771" y="2283"/>
                    <a:pt x="2282" y="1772"/>
                    <a:pt x="2282" y="1142"/>
                  </a:cubicBezTo>
                  <a:cubicBezTo>
                    <a:pt x="2282" y="511"/>
                    <a:pt x="1771" y="1"/>
                    <a:pt x="1141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6" name="Google Shape;426;p11"/>
            <p:cNvSpPr/>
            <p:nvPr/>
          </p:nvSpPr>
          <p:spPr>
            <a:xfrm rot="157512">
              <a:off x="7885492" y="4168682"/>
              <a:ext cx="57047" cy="57047"/>
            </a:xfrm>
            <a:custGeom>
              <a:avLst/>
              <a:gdLst/>
              <a:ahLst/>
              <a:cxnLst/>
              <a:rect l="l" t="t" r="r" b="b"/>
              <a:pathLst>
                <a:path w="2282" h="2282" extrusionOk="0">
                  <a:moveTo>
                    <a:pt x="1141" y="0"/>
                  </a:moveTo>
                  <a:cubicBezTo>
                    <a:pt x="511" y="0"/>
                    <a:pt x="0" y="511"/>
                    <a:pt x="0" y="1141"/>
                  </a:cubicBezTo>
                  <a:cubicBezTo>
                    <a:pt x="0" y="1770"/>
                    <a:pt x="511" y="2281"/>
                    <a:pt x="1141" y="2281"/>
                  </a:cubicBezTo>
                  <a:cubicBezTo>
                    <a:pt x="1772" y="2281"/>
                    <a:pt x="2281" y="1770"/>
                    <a:pt x="2281" y="1141"/>
                  </a:cubicBezTo>
                  <a:cubicBezTo>
                    <a:pt x="2281" y="511"/>
                    <a:pt x="1772" y="0"/>
                    <a:pt x="1141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427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713225" y="539500"/>
            <a:ext cx="77175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Montserrat Black"/>
              <a:buNone/>
              <a:defRPr sz="3200">
                <a:solidFill>
                  <a:schemeClr val="dk1"/>
                </a:solidFill>
                <a:latin typeface="Montserrat Black"/>
                <a:ea typeface="Montserrat Black"/>
                <a:cs typeface="Montserrat Black"/>
                <a:sym typeface="Montserrat Black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Bebas Neue"/>
              <a:buNone/>
              <a:defRPr sz="32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Bebas Neue"/>
              <a:buNone/>
              <a:defRPr sz="32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Bebas Neue"/>
              <a:buNone/>
              <a:defRPr sz="32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Bebas Neue"/>
              <a:buNone/>
              <a:defRPr sz="32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Bebas Neue"/>
              <a:buNone/>
              <a:defRPr sz="32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Bebas Neue"/>
              <a:buNone/>
              <a:defRPr sz="32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Bebas Neue"/>
              <a:buNone/>
              <a:defRPr sz="32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Bebas Neue"/>
              <a:buNone/>
              <a:defRPr sz="32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713225" y="1152475"/>
            <a:ext cx="77175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Montserrat"/>
              <a:buChar char="◆"/>
              <a:defRPr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marL="914400" lvl="1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"/>
              <a:buChar char="○"/>
              <a:defRPr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marL="1371600" lvl="2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"/>
              <a:buChar char="■"/>
              <a:defRPr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marL="1828800" lvl="3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"/>
              <a:buChar char="●"/>
              <a:defRPr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marL="2286000" lvl="4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"/>
              <a:buChar char="○"/>
              <a:defRPr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marL="2743200" lvl="5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"/>
              <a:buChar char="■"/>
              <a:defRPr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marL="3200400" lvl="6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"/>
              <a:buChar char="●"/>
              <a:defRPr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marL="3657600" lvl="7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"/>
              <a:buChar char="○"/>
              <a:defRPr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marL="4114800" lvl="8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"/>
              <a:buChar char="■"/>
              <a:defRPr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microsoft.com/office/2007/relationships/hdphoto" Target="../media/hdphoto1.wdp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hyperlink" Target="https://docs.google.com/spreadsheets/d/1bF_SKHOtCSX6X_Yq_QvfV2GXvXECf5g-4vd5eR8SCrs/copy" TargetMode="External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6.png"/></Relationships>
</file>

<file path=ppt/slides/_rels/slide6.xml.rels><?xml version="1.0" encoding="UTF-8" standalone="yes"?>
<Relationships xmlns="http://schemas.openxmlformats.org/package/2006/relationships"><Relationship Id="rId3" Type="http://schemas.microsoft.com/office/2014/relationships/chartEx" Target="../charts/chartEx1.xml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7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4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4.xml"/></Relationships>
</file>

<file path=ppt/slides/_rels/slide11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6" name="Google Shape;436;p15"/>
          <p:cNvSpPr txBox="1">
            <a:spLocks noGrp="1"/>
          </p:cNvSpPr>
          <p:nvPr>
            <p:ph type="ctrTitle"/>
          </p:nvPr>
        </p:nvSpPr>
        <p:spPr>
          <a:xfrm flipH="1">
            <a:off x="272830" y="2263129"/>
            <a:ext cx="7033800" cy="1400346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5200" u="sng" dirty="0">
                <a:latin typeface="Montserrat Black"/>
                <a:ea typeface="Montserrat Black"/>
                <a:cs typeface="Montserrat Black"/>
                <a:sym typeface="Montserrat Black"/>
              </a:rPr>
              <a:t>Safey</a:t>
            </a:r>
            <a:br>
              <a:rPr lang="en-US" sz="5200" u="sng" dirty="0">
                <a:latin typeface="Montserrat Black"/>
                <a:ea typeface="Montserrat Black"/>
                <a:cs typeface="Montserrat Black"/>
                <a:sym typeface="Montserrat Black"/>
              </a:rPr>
            </a:br>
            <a:endParaRPr sz="5200" u="sng" dirty="0">
              <a:solidFill>
                <a:schemeClr val="dk2"/>
              </a:solidFill>
              <a:latin typeface="Montserrat Black"/>
              <a:ea typeface="Montserrat Black"/>
              <a:cs typeface="Montserrat Black"/>
              <a:sym typeface="Montserrat Black"/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ro-RO" sz="2400" dirty="0">
                <a:latin typeface="Montserrat"/>
                <a:ea typeface="Montserrat"/>
                <a:cs typeface="Montserrat"/>
                <a:sym typeface="Montserrat"/>
              </a:rPr>
              <a:t>SOLUȚIE DE SECURITATE CIBERNETICĂ EMAIL B2B</a:t>
            </a:r>
            <a:endParaRPr sz="2400" dirty="0"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438" name="Google Shape;438;p15"/>
          <p:cNvPicPr preferRelativeResize="0"/>
          <p:nvPr/>
        </p:nvPicPr>
        <p:blipFill rotWithShape="1">
          <a:blip r:embed="rId3">
            <a:alphaModFix/>
          </a:blip>
          <a:srcRect l="25537" t="7152" r="23467" b="5838"/>
          <a:stretch/>
        </p:blipFill>
        <p:spPr>
          <a:xfrm flipH="1">
            <a:off x="292161" y="3861800"/>
            <a:ext cx="1920000" cy="1842726"/>
          </a:xfrm>
          <a:prstGeom prst="rect">
            <a:avLst/>
          </a:prstGeom>
          <a:noFill/>
          <a:ln>
            <a:noFill/>
          </a:ln>
        </p:spPr>
      </p:pic>
      <p:pic>
        <p:nvPicPr>
          <p:cNvPr id="439" name="Google Shape;439;p15"/>
          <p:cNvPicPr preferRelativeResize="0"/>
          <p:nvPr/>
        </p:nvPicPr>
        <p:blipFill rotWithShape="1">
          <a:blip r:embed="rId4">
            <a:alphaModFix/>
          </a:blip>
          <a:srcRect l="22009" r="18455"/>
          <a:stretch/>
        </p:blipFill>
        <p:spPr>
          <a:xfrm rot="1020085" flipH="1">
            <a:off x="1540113" y="174240"/>
            <a:ext cx="1187445" cy="1121928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440" name="Google Shape;440;p15"/>
          <p:cNvGrpSpPr/>
          <p:nvPr/>
        </p:nvGrpSpPr>
        <p:grpSpPr>
          <a:xfrm flipH="1">
            <a:off x="1325823" y="361000"/>
            <a:ext cx="76825" cy="76800"/>
            <a:chOff x="3104875" y="1099400"/>
            <a:chExt cx="76825" cy="76800"/>
          </a:xfrm>
        </p:grpSpPr>
        <p:sp>
          <p:nvSpPr>
            <p:cNvPr id="441" name="Google Shape;441;p15"/>
            <p:cNvSpPr/>
            <p:nvPr/>
          </p:nvSpPr>
          <p:spPr>
            <a:xfrm>
              <a:off x="3104875" y="1099400"/>
              <a:ext cx="76825" cy="76800"/>
            </a:xfrm>
            <a:custGeom>
              <a:avLst/>
              <a:gdLst/>
              <a:ahLst/>
              <a:cxnLst/>
              <a:rect l="l" t="t" r="r" b="b"/>
              <a:pathLst>
                <a:path w="3073" h="3072" fill="none" extrusionOk="0">
                  <a:moveTo>
                    <a:pt x="1" y="3072"/>
                  </a:moveTo>
                  <a:lnTo>
                    <a:pt x="3072" y="0"/>
                  </a:lnTo>
                </a:path>
              </a:pathLst>
            </a:custGeom>
            <a:noFill/>
            <a:ln w="23350" cap="flat" cmpd="sng">
              <a:solidFill>
                <a:schemeClr val="dk1"/>
              </a:solidFill>
              <a:prstDash val="solid"/>
              <a:miter lim="102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2" name="Google Shape;442;p15"/>
            <p:cNvSpPr/>
            <p:nvPr/>
          </p:nvSpPr>
          <p:spPr>
            <a:xfrm>
              <a:off x="3104875" y="1099400"/>
              <a:ext cx="76825" cy="76800"/>
            </a:xfrm>
            <a:custGeom>
              <a:avLst/>
              <a:gdLst/>
              <a:ahLst/>
              <a:cxnLst/>
              <a:rect l="l" t="t" r="r" b="b"/>
              <a:pathLst>
                <a:path w="3073" h="3072" fill="none" extrusionOk="0">
                  <a:moveTo>
                    <a:pt x="1" y="0"/>
                  </a:moveTo>
                  <a:lnTo>
                    <a:pt x="3072" y="3072"/>
                  </a:lnTo>
                </a:path>
              </a:pathLst>
            </a:custGeom>
            <a:noFill/>
            <a:ln w="23350" cap="flat" cmpd="sng">
              <a:solidFill>
                <a:schemeClr val="dk1"/>
              </a:solidFill>
              <a:prstDash val="solid"/>
              <a:miter lim="102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443" name="Google Shape;443;p15"/>
          <p:cNvGrpSpPr/>
          <p:nvPr/>
        </p:nvGrpSpPr>
        <p:grpSpPr>
          <a:xfrm flipH="1">
            <a:off x="2428535" y="4414100"/>
            <a:ext cx="76825" cy="76800"/>
            <a:chOff x="3104875" y="1099400"/>
            <a:chExt cx="76825" cy="76800"/>
          </a:xfrm>
        </p:grpSpPr>
        <p:sp>
          <p:nvSpPr>
            <p:cNvPr id="444" name="Google Shape;444;p15"/>
            <p:cNvSpPr/>
            <p:nvPr/>
          </p:nvSpPr>
          <p:spPr>
            <a:xfrm>
              <a:off x="3104875" y="1099400"/>
              <a:ext cx="76825" cy="76800"/>
            </a:xfrm>
            <a:custGeom>
              <a:avLst/>
              <a:gdLst/>
              <a:ahLst/>
              <a:cxnLst/>
              <a:rect l="l" t="t" r="r" b="b"/>
              <a:pathLst>
                <a:path w="3073" h="3072" fill="none" extrusionOk="0">
                  <a:moveTo>
                    <a:pt x="1" y="3072"/>
                  </a:moveTo>
                  <a:lnTo>
                    <a:pt x="3072" y="0"/>
                  </a:lnTo>
                </a:path>
              </a:pathLst>
            </a:custGeom>
            <a:noFill/>
            <a:ln w="23350" cap="flat" cmpd="sng">
              <a:solidFill>
                <a:schemeClr val="dk1"/>
              </a:solidFill>
              <a:prstDash val="solid"/>
              <a:miter lim="102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5" name="Google Shape;445;p15"/>
            <p:cNvSpPr/>
            <p:nvPr/>
          </p:nvSpPr>
          <p:spPr>
            <a:xfrm>
              <a:off x="3104875" y="1099400"/>
              <a:ext cx="76825" cy="76800"/>
            </a:xfrm>
            <a:custGeom>
              <a:avLst/>
              <a:gdLst/>
              <a:ahLst/>
              <a:cxnLst/>
              <a:rect l="l" t="t" r="r" b="b"/>
              <a:pathLst>
                <a:path w="3073" h="3072" fill="none" extrusionOk="0">
                  <a:moveTo>
                    <a:pt x="1" y="0"/>
                  </a:moveTo>
                  <a:lnTo>
                    <a:pt x="3072" y="3072"/>
                  </a:lnTo>
                </a:path>
              </a:pathLst>
            </a:custGeom>
            <a:noFill/>
            <a:ln w="23350" cap="flat" cmpd="sng">
              <a:solidFill>
                <a:schemeClr val="dk1"/>
              </a:solidFill>
              <a:prstDash val="solid"/>
              <a:miter lim="102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446" name="Google Shape;446;p15"/>
          <p:cNvGrpSpPr/>
          <p:nvPr/>
        </p:nvGrpSpPr>
        <p:grpSpPr>
          <a:xfrm flipH="1">
            <a:off x="6714085" y="729700"/>
            <a:ext cx="76825" cy="76800"/>
            <a:chOff x="3104875" y="1099400"/>
            <a:chExt cx="76825" cy="76800"/>
          </a:xfrm>
        </p:grpSpPr>
        <p:sp>
          <p:nvSpPr>
            <p:cNvPr id="447" name="Google Shape;447;p15"/>
            <p:cNvSpPr/>
            <p:nvPr/>
          </p:nvSpPr>
          <p:spPr>
            <a:xfrm>
              <a:off x="3104875" y="1099400"/>
              <a:ext cx="76825" cy="76800"/>
            </a:xfrm>
            <a:custGeom>
              <a:avLst/>
              <a:gdLst/>
              <a:ahLst/>
              <a:cxnLst/>
              <a:rect l="l" t="t" r="r" b="b"/>
              <a:pathLst>
                <a:path w="3073" h="3072" fill="none" extrusionOk="0">
                  <a:moveTo>
                    <a:pt x="1" y="3072"/>
                  </a:moveTo>
                  <a:lnTo>
                    <a:pt x="3072" y="0"/>
                  </a:lnTo>
                </a:path>
              </a:pathLst>
            </a:custGeom>
            <a:noFill/>
            <a:ln w="23350" cap="flat" cmpd="sng">
              <a:solidFill>
                <a:schemeClr val="dk1"/>
              </a:solidFill>
              <a:prstDash val="solid"/>
              <a:miter lim="102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8" name="Google Shape;448;p15"/>
            <p:cNvSpPr/>
            <p:nvPr/>
          </p:nvSpPr>
          <p:spPr>
            <a:xfrm>
              <a:off x="3104875" y="1099400"/>
              <a:ext cx="76825" cy="76800"/>
            </a:xfrm>
            <a:custGeom>
              <a:avLst/>
              <a:gdLst/>
              <a:ahLst/>
              <a:cxnLst/>
              <a:rect l="l" t="t" r="r" b="b"/>
              <a:pathLst>
                <a:path w="3073" h="3072" fill="none" extrusionOk="0">
                  <a:moveTo>
                    <a:pt x="1" y="0"/>
                  </a:moveTo>
                  <a:lnTo>
                    <a:pt x="3072" y="3072"/>
                  </a:lnTo>
                </a:path>
              </a:pathLst>
            </a:custGeom>
            <a:noFill/>
            <a:ln w="23350" cap="flat" cmpd="sng">
              <a:solidFill>
                <a:schemeClr val="dk1"/>
              </a:solidFill>
              <a:prstDash val="solid"/>
              <a:miter lim="102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pic>
        <p:nvPicPr>
          <p:cNvPr id="449" name="Google Shape;449;p15"/>
          <p:cNvPicPr preferRelativeResize="0"/>
          <p:nvPr/>
        </p:nvPicPr>
        <p:blipFill rotWithShape="1">
          <a:blip r:embed="rId5">
            <a:alphaModFix/>
          </a:blip>
          <a:srcRect l="18647" t="7960" r="8852" b="8336"/>
          <a:stretch/>
        </p:blipFill>
        <p:spPr>
          <a:xfrm rot="1152297" flipH="1">
            <a:off x="7073459" y="317437"/>
            <a:ext cx="1647827" cy="107015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450" name="Google Shape;450;p15"/>
          <p:cNvGrpSpPr/>
          <p:nvPr/>
        </p:nvGrpSpPr>
        <p:grpSpPr>
          <a:xfrm>
            <a:off x="6171039" y="2675126"/>
            <a:ext cx="5036265" cy="4113315"/>
            <a:chOff x="4780389" y="2513201"/>
            <a:chExt cx="5036265" cy="4113315"/>
          </a:xfrm>
        </p:grpSpPr>
        <p:grpSp>
          <p:nvGrpSpPr>
            <p:cNvPr id="451" name="Google Shape;451;p15"/>
            <p:cNvGrpSpPr/>
            <p:nvPr/>
          </p:nvGrpSpPr>
          <p:grpSpPr>
            <a:xfrm>
              <a:off x="4780389" y="2513201"/>
              <a:ext cx="5036265" cy="4113315"/>
              <a:chOff x="4673664" y="2214101"/>
              <a:chExt cx="5036265" cy="4113315"/>
            </a:xfrm>
          </p:grpSpPr>
          <p:sp>
            <p:nvSpPr>
              <p:cNvPr id="452" name="Google Shape;452;p15"/>
              <p:cNvSpPr/>
              <p:nvPr/>
            </p:nvSpPr>
            <p:spPr>
              <a:xfrm rot="157512">
                <a:off x="9047033" y="4559649"/>
                <a:ext cx="57072" cy="57047"/>
              </a:xfrm>
              <a:custGeom>
                <a:avLst/>
                <a:gdLst/>
                <a:ahLst/>
                <a:cxnLst/>
                <a:rect l="l" t="t" r="r" b="b"/>
                <a:pathLst>
                  <a:path w="2283" h="2282" extrusionOk="0">
                    <a:moveTo>
                      <a:pt x="1141" y="1"/>
                    </a:moveTo>
                    <a:cubicBezTo>
                      <a:pt x="511" y="1"/>
                      <a:pt x="0" y="512"/>
                      <a:pt x="0" y="1142"/>
                    </a:cubicBezTo>
                    <a:cubicBezTo>
                      <a:pt x="0" y="1771"/>
                      <a:pt x="511" y="2282"/>
                      <a:pt x="1141" y="2282"/>
                    </a:cubicBezTo>
                    <a:cubicBezTo>
                      <a:pt x="1771" y="2282"/>
                      <a:pt x="2282" y="1771"/>
                      <a:pt x="2282" y="1142"/>
                    </a:cubicBezTo>
                    <a:cubicBezTo>
                      <a:pt x="2282" y="512"/>
                      <a:pt x="1771" y="1"/>
                      <a:pt x="1141" y="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grpSp>
            <p:nvGrpSpPr>
              <p:cNvPr id="453" name="Google Shape;453;p15"/>
              <p:cNvGrpSpPr/>
              <p:nvPr/>
            </p:nvGrpSpPr>
            <p:grpSpPr>
              <a:xfrm>
                <a:off x="4673664" y="2214101"/>
                <a:ext cx="5036265" cy="4113315"/>
                <a:chOff x="4673664" y="2214101"/>
                <a:chExt cx="5036265" cy="4113315"/>
              </a:xfrm>
            </p:grpSpPr>
            <p:grpSp>
              <p:nvGrpSpPr>
                <p:cNvPr id="454" name="Google Shape;454;p15"/>
                <p:cNvGrpSpPr/>
                <p:nvPr/>
              </p:nvGrpSpPr>
              <p:grpSpPr>
                <a:xfrm>
                  <a:off x="4673664" y="2214101"/>
                  <a:ext cx="5036265" cy="4113315"/>
                  <a:chOff x="3825164" y="427026"/>
                  <a:chExt cx="5036265" cy="4113315"/>
                </a:xfrm>
              </p:grpSpPr>
              <p:sp>
                <p:nvSpPr>
                  <p:cNvPr id="455" name="Google Shape;455;p15"/>
                  <p:cNvSpPr/>
                  <p:nvPr/>
                </p:nvSpPr>
                <p:spPr>
                  <a:xfrm rot="157512">
                    <a:off x="6915828" y="473247"/>
                    <a:ext cx="650167" cy="72108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08" h="28845" fill="none" extrusionOk="0">
                        <a:moveTo>
                          <a:pt x="26008" y="20744"/>
                        </a:moveTo>
                        <a:lnTo>
                          <a:pt x="24980" y="6321"/>
                        </a:lnTo>
                        <a:lnTo>
                          <a:pt x="11976" y="1"/>
                        </a:lnTo>
                        <a:lnTo>
                          <a:pt x="0" y="8102"/>
                        </a:lnTo>
                        <a:lnTo>
                          <a:pt x="1028" y="22524"/>
                        </a:lnTo>
                        <a:lnTo>
                          <a:pt x="14032" y="28845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456" name="Google Shape;456;p15"/>
                  <p:cNvSpPr/>
                  <p:nvPr/>
                </p:nvSpPr>
                <p:spPr>
                  <a:xfrm rot="157512">
                    <a:off x="7541687" y="457392"/>
                    <a:ext cx="650192" cy="72111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09" h="28846" fill="none" extrusionOk="0">
                        <a:moveTo>
                          <a:pt x="26009" y="20743"/>
                        </a:moveTo>
                        <a:lnTo>
                          <a:pt x="24981" y="6321"/>
                        </a:lnTo>
                        <a:lnTo>
                          <a:pt x="11976" y="1"/>
                        </a:lnTo>
                        <a:lnTo>
                          <a:pt x="1" y="8102"/>
                        </a:lnTo>
                        <a:lnTo>
                          <a:pt x="1029" y="22525"/>
                        </a:lnTo>
                        <a:lnTo>
                          <a:pt x="14033" y="28845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457" name="Google Shape;457;p15"/>
                  <p:cNvSpPr/>
                  <p:nvPr/>
                </p:nvSpPr>
                <p:spPr>
                  <a:xfrm rot="157512">
                    <a:off x="8167572" y="441537"/>
                    <a:ext cx="650192" cy="72108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09" h="28845" fill="none" extrusionOk="0">
                        <a:moveTo>
                          <a:pt x="26008" y="20743"/>
                        </a:moveTo>
                        <a:lnTo>
                          <a:pt x="24980" y="6321"/>
                        </a:lnTo>
                        <a:lnTo>
                          <a:pt x="11976" y="0"/>
                        </a:lnTo>
                        <a:lnTo>
                          <a:pt x="1" y="8102"/>
                        </a:lnTo>
                        <a:lnTo>
                          <a:pt x="1029" y="22524"/>
                        </a:lnTo>
                        <a:lnTo>
                          <a:pt x="14033" y="28845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458" name="Google Shape;458;p15"/>
                  <p:cNvSpPr/>
                  <p:nvPr/>
                </p:nvSpPr>
                <p:spPr>
                  <a:xfrm rot="157512">
                    <a:off x="7242491" y="1007356"/>
                    <a:ext cx="650192" cy="72108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09" h="28845" fill="none" extrusionOk="0">
                        <a:moveTo>
                          <a:pt x="26008" y="20743"/>
                        </a:moveTo>
                        <a:lnTo>
                          <a:pt x="24980" y="6321"/>
                        </a:lnTo>
                        <a:lnTo>
                          <a:pt x="11976" y="1"/>
                        </a:lnTo>
                        <a:lnTo>
                          <a:pt x="0" y="8102"/>
                        </a:lnTo>
                        <a:lnTo>
                          <a:pt x="1028" y="22525"/>
                        </a:lnTo>
                        <a:lnTo>
                          <a:pt x="14033" y="28844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459" name="Google Shape;459;p15"/>
                  <p:cNvSpPr/>
                  <p:nvPr/>
                </p:nvSpPr>
                <p:spPr>
                  <a:xfrm rot="157512">
                    <a:off x="7868375" y="991501"/>
                    <a:ext cx="650167" cy="72108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08" h="28845" fill="none" extrusionOk="0">
                        <a:moveTo>
                          <a:pt x="26008" y="20743"/>
                        </a:moveTo>
                        <a:lnTo>
                          <a:pt x="24980" y="6321"/>
                        </a:lnTo>
                        <a:lnTo>
                          <a:pt x="11976" y="0"/>
                        </a:lnTo>
                        <a:lnTo>
                          <a:pt x="0" y="8102"/>
                        </a:lnTo>
                        <a:lnTo>
                          <a:pt x="1028" y="22524"/>
                        </a:lnTo>
                        <a:lnTo>
                          <a:pt x="14032" y="28845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460" name="Google Shape;460;p15"/>
                  <p:cNvSpPr/>
                  <p:nvPr/>
                </p:nvSpPr>
                <p:spPr>
                  <a:xfrm rot="157512">
                    <a:off x="6943294" y="1557320"/>
                    <a:ext cx="650167" cy="72108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08" h="28845" fill="none" extrusionOk="0">
                        <a:moveTo>
                          <a:pt x="26008" y="20743"/>
                        </a:moveTo>
                        <a:lnTo>
                          <a:pt x="24980" y="6320"/>
                        </a:lnTo>
                        <a:lnTo>
                          <a:pt x="11975" y="1"/>
                        </a:lnTo>
                        <a:lnTo>
                          <a:pt x="0" y="8102"/>
                        </a:lnTo>
                        <a:lnTo>
                          <a:pt x="1028" y="22524"/>
                        </a:lnTo>
                        <a:lnTo>
                          <a:pt x="14032" y="28844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461" name="Google Shape;461;p15"/>
                  <p:cNvSpPr/>
                  <p:nvPr/>
                </p:nvSpPr>
                <p:spPr>
                  <a:xfrm rot="157512">
                    <a:off x="7569154" y="1541466"/>
                    <a:ext cx="650217" cy="72106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10" h="28844" fill="none" extrusionOk="0">
                        <a:moveTo>
                          <a:pt x="26009" y="20743"/>
                        </a:moveTo>
                        <a:lnTo>
                          <a:pt x="24980" y="6321"/>
                        </a:lnTo>
                        <a:lnTo>
                          <a:pt x="11976" y="0"/>
                        </a:lnTo>
                        <a:lnTo>
                          <a:pt x="1" y="8101"/>
                        </a:lnTo>
                        <a:lnTo>
                          <a:pt x="1029" y="22524"/>
                        </a:lnTo>
                        <a:lnTo>
                          <a:pt x="14033" y="28844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462" name="Google Shape;462;p15"/>
                  <p:cNvSpPr/>
                  <p:nvPr/>
                </p:nvSpPr>
                <p:spPr>
                  <a:xfrm rot="157512">
                    <a:off x="8195039" y="1525586"/>
                    <a:ext cx="650217" cy="72111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10" h="28846" fill="none" extrusionOk="0">
                        <a:moveTo>
                          <a:pt x="26009" y="20743"/>
                        </a:moveTo>
                        <a:lnTo>
                          <a:pt x="24980" y="6322"/>
                        </a:lnTo>
                        <a:lnTo>
                          <a:pt x="11976" y="1"/>
                        </a:lnTo>
                        <a:lnTo>
                          <a:pt x="0" y="8103"/>
                        </a:lnTo>
                        <a:lnTo>
                          <a:pt x="1029" y="22525"/>
                        </a:lnTo>
                        <a:lnTo>
                          <a:pt x="14033" y="28846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463" name="Google Shape;463;p15"/>
                  <p:cNvSpPr/>
                  <p:nvPr/>
                </p:nvSpPr>
                <p:spPr>
                  <a:xfrm rot="157512">
                    <a:off x="4140535" y="2170703"/>
                    <a:ext cx="650217" cy="72108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10" h="28845" fill="none" extrusionOk="0">
                        <a:moveTo>
                          <a:pt x="26009" y="20743"/>
                        </a:moveTo>
                        <a:lnTo>
                          <a:pt x="24980" y="6321"/>
                        </a:lnTo>
                        <a:lnTo>
                          <a:pt x="11977" y="0"/>
                        </a:lnTo>
                        <a:lnTo>
                          <a:pt x="1" y="8102"/>
                        </a:lnTo>
                        <a:lnTo>
                          <a:pt x="1028" y="22524"/>
                        </a:lnTo>
                        <a:lnTo>
                          <a:pt x="14033" y="28845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464" name="Google Shape;464;p15"/>
                  <p:cNvSpPr/>
                  <p:nvPr/>
                </p:nvSpPr>
                <p:spPr>
                  <a:xfrm rot="157512">
                    <a:off x="4766419" y="2154848"/>
                    <a:ext cx="650192" cy="72108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09" h="28845" fill="none" extrusionOk="0">
                        <a:moveTo>
                          <a:pt x="26009" y="20743"/>
                        </a:moveTo>
                        <a:lnTo>
                          <a:pt x="24980" y="6321"/>
                        </a:lnTo>
                        <a:lnTo>
                          <a:pt x="11977" y="1"/>
                        </a:lnTo>
                        <a:lnTo>
                          <a:pt x="0" y="8102"/>
                        </a:lnTo>
                        <a:lnTo>
                          <a:pt x="1029" y="22524"/>
                        </a:lnTo>
                        <a:lnTo>
                          <a:pt x="14034" y="28845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465" name="Google Shape;465;p15"/>
                  <p:cNvSpPr/>
                  <p:nvPr/>
                </p:nvSpPr>
                <p:spPr>
                  <a:xfrm rot="157512">
                    <a:off x="5392303" y="2138993"/>
                    <a:ext cx="650192" cy="72108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09" h="28845" fill="none" extrusionOk="0">
                        <a:moveTo>
                          <a:pt x="26009" y="20743"/>
                        </a:moveTo>
                        <a:lnTo>
                          <a:pt x="24981" y="6321"/>
                        </a:lnTo>
                        <a:lnTo>
                          <a:pt x="11976" y="0"/>
                        </a:lnTo>
                        <a:lnTo>
                          <a:pt x="0" y="8102"/>
                        </a:lnTo>
                        <a:lnTo>
                          <a:pt x="1029" y="22524"/>
                        </a:lnTo>
                        <a:lnTo>
                          <a:pt x="14033" y="28844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466" name="Google Shape;466;p15"/>
                  <p:cNvSpPr/>
                  <p:nvPr/>
                </p:nvSpPr>
                <p:spPr>
                  <a:xfrm rot="157512">
                    <a:off x="6018188" y="2123139"/>
                    <a:ext cx="650192" cy="72108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09" h="28845" fill="none" extrusionOk="0">
                        <a:moveTo>
                          <a:pt x="26008" y="20743"/>
                        </a:moveTo>
                        <a:lnTo>
                          <a:pt x="24981" y="6321"/>
                        </a:lnTo>
                        <a:lnTo>
                          <a:pt x="11976" y="0"/>
                        </a:lnTo>
                        <a:lnTo>
                          <a:pt x="1" y="8102"/>
                        </a:lnTo>
                        <a:lnTo>
                          <a:pt x="1029" y="22524"/>
                        </a:lnTo>
                        <a:lnTo>
                          <a:pt x="14033" y="28845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467" name="Google Shape;467;p15"/>
                  <p:cNvSpPr/>
                  <p:nvPr/>
                </p:nvSpPr>
                <p:spPr>
                  <a:xfrm rot="157512">
                    <a:off x="6644073" y="2107259"/>
                    <a:ext cx="650192" cy="72111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09" h="28846" fill="none" extrusionOk="0">
                        <a:moveTo>
                          <a:pt x="26008" y="20743"/>
                        </a:moveTo>
                        <a:lnTo>
                          <a:pt x="24980" y="6321"/>
                        </a:lnTo>
                        <a:lnTo>
                          <a:pt x="11976" y="1"/>
                        </a:lnTo>
                        <a:lnTo>
                          <a:pt x="1" y="8103"/>
                        </a:lnTo>
                        <a:lnTo>
                          <a:pt x="1028" y="22525"/>
                        </a:lnTo>
                        <a:lnTo>
                          <a:pt x="14033" y="28845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468" name="Google Shape;468;p15"/>
                  <p:cNvSpPr/>
                  <p:nvPr/>
                </p:nvSpPr>
                <p:spPr>
                  <a:xfrm rot="157512">
                    <a:off x="7269957" y="2091430"/>
                    <a:ext cx="650192" cy="72106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09" h="28844" fill="none" extrusionOk="0">
                        <a:moveTo>
                          <a:pt x="26009" y="20743"/>
                        </a:moveTo>
                        <a:lnTo>
                          <a:pt x="24980" y="6320"/>
                        </a:lnTo>
                        <a:lnTo>
                          <a:pt x="11976" y="0"/>
                        </a:lnTo>
                        <a:lnTo>
                          <a:pt x="0" y="8101"/>
                        </a:lnTo>
                        <a:lnTo>
                          <a:pt x="1028" y="22523"/>
                        </a:lnTo>
                        <a:lnTo>
                          <a:pt x="14033" y="28844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469" name="Google Shape;469;p15"/>
                  <p:cNvSpPr/>
                  <p:nvPr/>
                </p:nvSpPr>
                <p:spPr>
                  <a:xfrm rot="157512">
                    <a:off x="7895842" y="2075550"/>
                    <a:ext cx="650192" cy="72108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09" h="28845" fill="none" extrusionOk="0">
                        <a:moveTo>
                          <a:pt x="26009" y="20743"/>
                        </a:moveTo>
                        <a:lnTo>
                          <a:pt x="24980" y="6322"/>
                        </a:lnTo>
                        <a:lnTo>
                          <a:pt x="11976" y="1"/>
                        </a:lnTo>
                        <a:lnTo>
                          <a:pt x="0" y="8102"/>
                        </a:lnTo>
                        <a:lnTo>
                          <a:pt x="1029" y="22525"/>
                        </a:lnTo>
                        <a:lnTo>
                          <a:pt x="14032" y="28845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470" name="Google Shape;470;p15"/>
                  <p:cNvSpPr/>
                  <p:nvPr/>
                </p:nvSpPr>
                <p:spPr>
                  <a:xfrm rot="157512">
                    <a:off x="3841337" y="2720667"/>
                    <a:ext cx="650192" cy="72111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09" h="28846" fill="none" extrusionOk="0">
                        <a:moveTo>
                          <a:pt x="26009" y="20743"/>
                        </a:moveTo>
                        <a:lnTo>
                          <a:pt x="24980" y="6321"/>
                        </a:lnTo>
                        <a:lnTo>
                          <a:pt x="11975" y="0"/>
                        </a:lnTo>
                        <a:lnTo>
                          <a:pt x="0" y="8102"/>
                        </a:lnTo>
                        <a:lnTo>
                          <a:pt x="1029" y="22524"/>
                        </a:lnTo>
                        <a:lnTo>
                          <a:pt x="14032" y="28845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471" name="Google Shape;471;p15"/>
                  <p:cNvSpPr/>
                  <p:nvPr/>
                </p:nvSpPr>
                <p:spPr>
                  <a:xfrm rot="157512">
                    <a:off x="4467198" y="2704787"/>
                    <a:ext cx="650217" cy="72111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10" h="28846" fill="none" extrusionOk="0">
                        <a:moveTo>
                          <a:pt x="26010" y="20743"/>
                        </a:moveTo>
                        <a:lnTo>
                          <a:pt x="24982" y="6322"/>
                        </a:lnTo>
                        <a:lnTo>
                          <a:pt x="11977" y="1"/>
                        </a:lnTo>
                        <a:lnTo>
                          <a:pt x="1" y="8103"/>
                        </a:lnTo>
                        <a:lnTo>
                          <a:pt x="1030" y="22525"/>
                        </a:lnTo>
                        <a:lnTo>
                          <a:pt x="14033" y="28846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472" name="Google Shape;472;p15"/>
                  <p:cNvSpPr/>
                  <p:nvPr/>
                </p:nvSpPr>
                <p:spPr>
                  <a:xfrm rot="157512">
                    <a:off x="5093107" y="2688958"/>
                    <a:ext cx="650192" cy="72108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09" h="28845" fill="none" extrusionOk="0">
                        <a:moveTo>
                          <a:pt x="26008" y="20743"/>
                        </a:moveTo>
                        <a:lnTo>
                          <a:pt x="24980" y="6320"/>
                        </a:lnTo>
                        <a:lnTo>
                          <a:pt x="11976" y="0"/>
                        </a:lnTo>
                        <a:lnTo>
                          <a:pt x="1" y="8102"/>
                        </a:lnTo>
                        <a:lnTo>
                          <a:pt x="1029" y="22523"/>
                        </a:lnTo>
                        <a:lnTo>
                          <a:pt x="14033" y="28844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473" name="Google Shape;473;p15"/>
                  <p:cNvSpPr/>
                  <p:nvPr/>
                </p:nvSpPr>
                <p:spPr>
                  <a:xfrm rot="157512">
                    <a:off x="5718992" y="2673103"/>
                    <a:ext cx="650192" cy="72106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09" h="28844" fill="none" extrusionOk="0">
                        <a:moveTo>
                          <a:pt x="26008" y="20743"/>
                        </a:moveTo>
                        <a:lnTo>
                          <a:pt x="24980" y="6321"/>
                        </a:lnTo>
                        <a:lnTo>
                          <a:pt x="11976" y="0"/>
                        </a:lnTo>
                        <a:lnTo>
                          <a:pt x="0" y="8101"/>
                        </a:lnTo>
                        <a:lnTo>
                          <a:pt x="1028" y="22524"/>
                        </a:lnTo>
                        <a:lnTo>
                          <a:pt x="14033" y="28844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474" name="Google Shape;474;p15"/>
                  <p:cNvSpPr/>
                  <p:nvPr/>
                </p:nvSpPr>
                <p:spPr>
                  <a:xfrm rot="157512">
                    <a:off x="6344876" y="2657223"/>
                    <a:ext cx="650167" cy="72111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08" h="28846" fill="none" extrusionOk="0">
                        <a:moveTo>
                          <a:pt x="26008" y="20743"/>
                        </a:moveTo>
                        <a:lnTo>
                          <a:pt x="24980" y="6321"/>
                        </a:lnTo>
                        <a:lnTo>
                          <a:pt x="11975" y="1"/>
                        </a:lnTo>
                        <a:lnTo>
                          <a:pt x="0" y="8103"/>
                        </a:lnTo>
                        <a:lnTo>
                          <a:pt x="1028" y="22525"/>
                        </a:lnTo>
                        <a:lnTo>
                          <a:pt x="14032" y="28845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475" name="Google Shape;475;p15"/>
                  <p:cNvSpPr/>
                  <p:nvPr/>
                </p:nvSpPr>
                <p:spPr>
                  <a:xfrm rot="157512">
                    <a:off x="6970736" y="2641369"/>
                    <a:ext cx="650217" cy="72111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10" h="28846" fill="none" extrusionOk="0">
                        <a:moveTo>
                          <a:pt x="26010" y="20743"/>
                        </a:moveTo>
                        <a:lnTo>
                          <a:pt x="24981" y="6321"/>
                        </a:lnTo>
                        <a:lnTo>
                          <a:pt x="11976" y="0"/>
                        </a:lnTo>
                        <a:lnTo>
                          <a:pt x="1" y="8102"/>
                        </a:lnTo>
                        <a:lnTo>
                          <a:pt x="1029" y="22524"/>
                        </a:lnTo>
                        <a:lnTo>
                          <a:pt x="14033" y="28845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476" name="Google Shape;476;p15"/>
                  <p:cNvSpPr/>
                  <p:nvPr/>
                </p:nvSpPr>
                <p:spPr>
                  <a:xfrm rot="157512">
                    <a:off x="4168001" y="3254751"/>
                    <a:ext cx="650217" cy="72111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10" h="28846" fill="none" extrusionOk="0">
                        <a:moveTo>
                          <a:pt x="26009" y="20744"/>
                        </a:moveTo>
                        <a:lnTo>
                          <a:pt x="24980" y="6322"/>
                        </a:lnTo>
                        <a:lnTo>
                          <a:pt x="11977" y="1"/>
                        </a:lnTo>
                        <a:lnTo>
                          <a:pt x="0" y="8103"/>
                        </a:lnTo>
                        <a:lnTo>
                          <a:pt x="1029" y="22525"/>
                        </a:lnTo>
                        <a:lnTo>
                          <a:pt x="14034" y="28846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477" name="Google Shape;477;p15"/>
                  <p:cNvSpPr/>
                  <p:nvPr/>
                </p:nvSpPr>
                <p:spPr>
                  <a:xfrm rot="157512">
                    <a:off x="4793885" y="3238896"/>
                    <a:ext cx="650192" cy="72111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09" h="28846" fill="none" extrusionOk="0">
                        <a:moveTo>
                          <a:pt x="26009" y="20743"/>
                        </a:moveTo>
                        <a:lnTo>
                          <a:pt x="24981" y="6321"/>
                        </a:lnTo>
                        <a:lnTo>
                          <a:pt x="11977" y="0"/>
                        </a:lnTo>
                        <a:lnTo>
                          <a:pt x="0" y="8103"/>
                        </a:lnTo>
                        <a:lnTo>
                          <a:pt x="1029" y="22525"/>
                        </a:lnTo>
                        <a:lnTo>
                          <a:pt x="14033" y="28845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478" name="Google Shape;478;p15"/>
                  <p:cNvSpPr/>
                  <p:nvPr/>
                </p:nvSpPr>
                <p:spPr>
                  <a:xfrm rot="157512">
                    <a:off x="5419770" y="3223067"/>
                    <a:ext cx="650192" cy="72106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09" h="28844" fill="none" extrusionOk="0">
                        <a:moveTo>
                          <a:pt x="26009" y="20743"/>
                        </a:moveTo>
                        <a:lnTo>
                          <a:pt x="24981" y="6320"/>
                        </a:lnTo>
                        <a:lnTo>
                          <a:pt x="11976" y="0"/>
                        </a:lnTo>
                        <a:lnTo>
                          <a:pt x="1" y="8101"/>
                        </a:lnTo>
                        <a:lnTo>
                          <a:pt x="1029" y="22523"/>
                        </a:lnTo>
                        <a:lnTo>
                          <a:pt x="14033" y="28844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479" name="Google Shape;479;p15"/>
                  <p:cNvSpPr/>
                  <p:nvPr/>
                </p:nvSpPr>
                <p:spPr>
                  <a:xfrm rot="157512">
                    <a:off x="6045654" y="3207187"/>
                    <a:ext cx="650192" cy="72111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09" h="28846" fill="none" extrusionOk="0">
                        <a:moveTo>
                          <a:pt x="26008" y="20743"/>
                        </a:moveTo>
                        <a:lnTo>
                          <a:pt x="24980" y="6321"/>
                        </a:lnTo>
                        <a:lnTo>
                          <a:pt x="11976" y="1"/>
                        </a:lnTo>
                        <a:lnTo>
                          <a:pt x="1" y="8102"/>
                        </a:lnTo>
                        <a:lnTo>
                          <a:pt x="1029" y="22525"/>
                        </a:lnTo>
                        <a:lnTo>
                          <a:pt x="14033" y="28845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480" name="Google Shape;480;p15"/>
                  <p:cNvSpPr/>
                  <p:nvPr/>
                </p:nvSpPr>
                <p:spPr>
                  <a:xfrm rot="157512">
                    <a:off x="3868779" y="3804714"/>
                    <a:ext cx="650217" cy="72111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10" h="28846" fill="none" extrusionOk="0">
                        <a:moveTo>
                          <a:pt x="26010" y="20744"/>
                        </a:moveTo>
                        <a:lnTo>
                          <a:pt x="24982" y="6322"/>
                        </a:lnTo>
                        <a:lnTo>
                          <a:pt x="11977" y="1"/>
                        </a:lnTo>
                        <a:lnTo>
                          <a:pt x="1" y="8102"/>
                        </a:lnTo>
                        <a:lnTo>
                          <a:pt x="1030" y="22525"/>
                        </a:lnTo>
                        <a:lnTo>
                          <a:pt x="14034" y="28846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481" name="Google Shape;481;p15"/>
                  <p:cNvSpPr/>
                  <p:nvPr/>
                </p:nvSpPr>
                <p:spPr>
                  <a:xfrm rot="157512">
                    <a:off x="4494689" y="3788860"/>
                    <a:ext cx="650192" cy="72111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09" h="28846" fill="none" extrusionOk="0">
                        <a:moveTo>
                          <a:pt x="26008" y="20743"/>
                        </a:moveTo>
                        <a:lnTo>
                          <a:pt x="24980" y="6321"/>
                        </a:lnTo>
                        <a:lnTo>
                          <a:pt x="11976" y="1"/>
                        </a:lnTo>
                        <a:lnTo>
                          <a:pt x="1" y="8103"/>
                        </a:lnTo>
                        <a:lnTo>
                          <a:pt x="1029" y="22525"/>
                        </a:lnTo>
                        <a:lnTo>
                          <a:pt x="14033" y="28845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482" name="Google Shape;482;p15"/>
                  <p:cNvSpPr/>
                  <p:nvPr/>
                </p:nvSpPr>
                <p:spPr>
                  <a:xfrm rot="157512">
                    <a:off x="5120574" y="3773006"/>
                    <a:ext cx="650192" cy="72108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09" h="28845" fill="none" extrusionOk="0">
                        <a:moveTo>
                          <a:pt x="26008" y="20744"/>
                        </a:moveTo>
                        <a:lnTo>
                          <a:pt x="24980" y="6321"/>
                        </a:lnTo>
                        <a:lnTo>
                          <a:pt x="11976" y="0"/>
                        </a:lnTo>
                        <a:lnTo>
                          <a:pt x="0" y="8102"/>
                        </a:lnTo>
                        <a:lnTo>
                          <a:pt x="1028" y="22524"/>
                        </a:lnTo>
                        <a:lnTo>
                          <a:pt x="14033" y="28845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</p:grpSp>
            <p:sp>
              <p:nvSpPr>
                <p:cNvPr id="483" name="Google Shape;483;p15"/>
                <p:cNvSpPr/>
                <p:nvPr/>
              </p:nvSpPr>
              <p:spPr>
                <a:xfrm rot="157512">
                  <a:off x="6228998" y="4446717"/>
                  <a:ext cx="57072" cy="5704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283" h="2282" extrusionOk="0">
                      <a:moveTo>
                        <a:pt x="1142" y="0"/>
                      </a:moveTo>
                      <a:cubicBezTo>
                        <a:pt x="512" y="0"/>
                        <a:pt x="1" y="511"/>
                        <a:pt x="1" y="1141"/>
                      </a:cubicBezTo>
                      <a:cubicBezTo>
                        <a:pt x="1" y="1771"/>
                        <a:pt x="512" y="2281"/>
                        <a:pt x="1142" y="2281"/>
                      </a:cubicBezTo>
                      <a:cubicBezTo>
                        <a:pt x="1772" y="2281"/>
                        <a:pt x="2283" y="1772"/>
                        <a:pt x="2283" y="1141"/>
                      </a:cubicBezTo>
                      <a:cubicBezTo>
                        <a:pt x="2283" y="511"/>
                        <a:pt x="1772" y="0"/>
                        <a:pt x="1142" y="0"/>
                      </a:cubicBez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84" name="Google Shape;484;p15"/>
                <p:cNvSpPr/>
                <p:nvPr/>
              </p:nvSpPr>
              <p:spPr>
                <a:xfrm rot="157512">
                  <a:off x="9351770" y="4005108"/>
                  <a:ext cx="57047" cy="5707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282" h="2283" extrusionOk="0">
                      <a:moveTo>
                        <a:pt x="1141" y="0"/>
                      </a:moveTo>
                      <a:cubicBezTo>
                        <a:pt x="511" y="0"/>
                        <a:pt x="0" y="511"/>
                        <a:pt x="0" y="1141"/>
                      </a:cubicBezTo>
                      <a:cubicBezTo>
                        <a:pt x="0" y="1772"/>
                        <a:pt x="511" y="2282"/>
                        <a:pt x="1141" y="2282"/>
                      </a:cubicBezTo>
                      <a:cubicBezTo>
                        <a:pt x="1771" y="2282"/>
                        <a:pt x="2281" y="1772"/>
                        <a:pt x="2281" y="1141"/>
                      </a:cubicBezTo>
                      <a:cubicBezTo>
                        <a:pt x="2281" y="511"/>
                        <a:pt x="1771" y="0"/>
                        <a:pt x="1141" y="0"/>
                      </a:cubicBez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85" name="Google Shape;485;p15"/>
                <p:cNvSpPr/>
                <p:nvPr/>
              </p:nvSpPr>
              <p:spPr>
                <a:xfrm rot="157512">
                  <a:off x="8403706" y="3847890"/>
                  <a:ext cx="57072" cy="5704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283" h="2282" extrusionOk="0">
                      <a:moveTo>
                        <a:pt x="1141" y="1"/>
                      </a:moveTo>
                      <a:cubicBezTo>
                        <a:pt x="511" y="1"/>
                        <a:pt x="0" y="511"/>
                        <a:pt x="0" y="1141"/>
                      </a:cubicBezTo>
                      <a:cubicBezTo>
                        <a:pt x="0" y="1771"/>
                        <a:pt x="511" y="2282"/>
                        <a:pt x="1141" y="2282"/>
                      </a:cubicBezTo>
                      <a:cubicBezTo>
                        <a:pt x="1771" y="2282"/>
                        <a:pt x="2282" y="1771"/>
                        <a:pt x="2282" y="1141"/>
                      </a:cubicBezTo>
                      <a:cubicBezTo>
                        <a:pt x="2282" y="511"/>
                        <a:pt x="1771" y="1"/>
                        <a:pt x="1141" y="1"/>
                      </a:cubicBez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86" name="Google Shape;486;p15"/>
                <p:cNvSpPr/>
                <p:nvPr/>
              </p:nvSpPr>
              <p:spPr>
                <a:xfrm rot="157512">
                  <a:off x="8124633" y="5115580"/>
                  <a:ext cx="57047" cy="5704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282" h="2282" extrusionOk="0">
                      <a:moveTo>
                        <a:pt x="1140" y="0"/>
                      </a:moveTo>
                      <a:cubicBezTo>
                        <a:pt x="511" y="0"/>
                        <a:pt x="0" y="511"/>
                        <a:pt x="0" y="1141"/>
                      </a:cubicBezTo>
                      <a:cubicBezTo>
                        <a:pt x="0" y="1771"/>
                        <a:pt x="510" y="2281"/>
                        <a:pt x="1140" y="2281"/>
                      </a:cubicBezTo>
                      <a:cubicBezTo>
                        <a:pt x="1771" y="2281"/>
                        <a:pt x="2281" y="1771"/>
                        <a:pt x="2281" y="1141"/>
                      </a:cubicBezTo>
                      <a:cubicBezTo>
                        <a:pt x="2281" y="511"/>
                        <a:pt x="1771" y="0"/>
                        <a:pt x="1140" y="0"/>
                      </a:cubicBez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87" name="Google Shape;487;p15"/>
                <p:cNvSpPr/>
                <p:nvPr/>
              </p:nvSpPr>
              <p:spPr>
                <a:xfrm rot="157512">
                  <a:off x="6574005" y="5703526"/>
                  <a:ext cx="57072" cy="5704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283" h="2282" extrusionOk="0">
                      <a:moveTo>
                        <a:pt x="1141" y="1"/>
                      </a:moveTo>
                      <a:cubicBezTo>
                        <a:pt x="511" y="1"/>
                        <a:pt x="0" y="511"/>
                        <a:pt x="0" y="1141"/>
                      </a:cubicBezTo>
                      <a:cubicBezTo>
                        <a:pt x="0" y="1771"/>
                        <a:pt x="511" y="2282"/>
                        <a:pt x="1141" y="2282"/>
                      </a:cubicBezTo>
                      <a:cubicBezTo>
                        <a:pt x="1771" y="2282"/>
                        <a:pt x="2282" y="1771"/>
                        <a:pt x="2282" y="1141"/>
                      </a:cubicBezTo>
                      <a:cubicBezTo>
                        <a:pt x="2282" y="511"/>
                        <a:pt x="1771" y="1"/>
                        <a:pt x="1141" y="1"/>
                      </a:cubicBez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88" name="Google Shape;488;p15"/>
                <p:cNvSpPr/>
                <p:nvPr/>
              </p:nvSpPr>
              <p:spPr>
                <a:xfrm rot="157512">
                  <a:off x="5957267" y="6080755"/>
                  <a:ext cx="57072" cy="5704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283" h="2282" extrusionOk="0">
                      <a:moveTo>
                        <a:pt x="1141" y="0"/>
                      </a:moveTo>
                      <a:cubicBezTo>
                        <a:pt x="511" y="0"/>
                        <a:pt x="0" y="510"/>
                        <a:pt x="0" y="1140"/>
                      </a:cubicBezTo>
                      <a:cubicBezTo>
                        <a:pt x="0" y="1770"/>
                        <a:pt x="511" y="2281"/>
                        <a:pt x="1141" y="2281"/>
                      </a:cubicBezTo>
                      <a:cubicBezTo>
                        <a:pt x="1771" y="2281"/>
                        <a:pt x="2282" y="1770"/>
                        <a:pt x="2282" y="1140"/>
                      </a:cubicBezTo>
                      <a:cubicBezTo>
                        <a:pt x="2282" y="510"/>
                        <a:pt x="1771" y="0"/>
                        <a:pt x="1141" y="0"/>
                      </a:cubicBez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89" name="Google Shape;489;p15"/>
                <p:cNvSpPr/>
                <p:nvPr/>
              </p:nvSpPr>
              <p:spPr>
                <a:xfrm rot="157512">
                  <a:off x="5929801" y="4996682"/>
                  <a:ext cx="57072" cy="5704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283" h="2282" extrusionOk="0">
                      <a:moveTo>
                        <a:pt x="1142" y="0"/>
                      </a:moveTo>
                      <a:cubicBezTo>
                        <a:pt x="511" y="0"/>
                        <a:pt x="1" y="510"/>
                        <a:pt x="1" y="1140"/>
                      </a:cubicBezTo>
                      <a:cubicBezTo>
                        <a:pt x="1" y="1771"/>
                        <a:pt x="511" y="2281"/>
                        <a:pt x="1142" y="2281"/>
                      </a:cubicBezTo>
                      <a:cubicBezTo>
                        <a:pt x="1772" y="2281"/>
                        <a:pt x="2283" y="1771"/>
                        <a:pt x="2283" y="1140"/>
                      </a:cubicBezTo>
                      <a:cubicBezTo>
                        <a:pt x="2283" y="510"/>
                        <a:pt x="1772" y="0"/>
                        <a:pt x="1142" y="0"/>
                      </a:cubicBez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90" name="Google Shape;490;p15"/>
                <p:cNvSpPr/>
                <p:nvPr/>
              </p:nvSpPr>
              <p:spPr>
                <a:xfrm rot="157512">
                  <a:off x="9015730" y="3465389"/>
                  <a:ext cx="57047" cy="5707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282" h="2283" extrusionOk="0">
                      <a:moveTo>
                        <a:pt x="1142" y="0"/>
                      </a:moveTo>
                      <a:cubicBezTo>
                        <a:pt x="512" y="0"/>
                        <a:pt x="1" y="511"/>
                        <a:pt x="1" y="1141"/>
                      </a:cubicBezTo>
                      <a:cubicBezTo>
                        <a:pt x="1" y="1771"/>
                        <a:pt x="512" y="2282"/>
                        <a:pt x="1142" y="2282"/>
                      </a:cubicBezTo>
                      <a:cubicBezTo>
                        <a:pt x="1771" y="2282"/>
                        <a:pt x="2282" y="1771"/>
                        <a:pt x="2282" y="1141"/>
                      </a:cubicBezTo>
                      <a:cubicBezTo>
                        <a:pt x="2282" y="511"/>
                        <a:pt x="1771" y="0"/>
                        <a:pt x="1142" y="0"/>
                      </a:cubicBez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</p:grpSp>
        <p:sp>
          <p:nvSpPr>
            <p:cNvPr id="491" name="Google Shape;491;p15"/>
            <p:cNvSpPr/>
            <p:nvPr/>
          </p:nvSpPr>
          <p:spPr>
            <a:xfrm rot="157512">
              <a:off x="8799542" y="3225845"/>
              <a:ext cx="57022" cy="57072"/>
            </a:xfrm>
            <a:custGeom>
              <a:avLst/>
              <a:gdLst/>
              <a:ahLst/>
              <a:cxnLst/>
              <a:rect l="l" t="t" r="r" b="b"/>
              <a:pathLst>
                <a:path w="2281" h="2283" extrusionOk="0">
                  <a:moveTo>
                    <a:pt x="1141" y="1"/>
                  </a:moveTo>
                  <a:cubicBezTo>
                    <a:pt x="511" y="1"/>
                    <a:pt x="0" y="512"/>
                    <a:pt x="0" y="1142"/>
                  </a:cubicBezTo>
                  <a:cubicBezTo>
                    <a:pt x="0" y="1772"/>
                    <a:pt x="511" y="2283"/>
                    <a:pt x="1141" y="2283"/>
                  </a:cubicBezTo>
                  <a:cubicBezTo>
                    <a:pt x="1771" y="2283"/>
                    <a:pt x="2281" y="1772"/>
                    <a:pt x="2281" y="1142"/>
                  </a:cubicBezTo>
                  <a:cubicBezTo>
                    <a:pt x="2281" y="512"/>
                    <a:pt x="1771" y="1"/>
                    <a:pt x="1141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2" name="Google Shape;492;p15"/>
            <p:cNvSpPr/>
            <p:nvPr/>
          </p:nvSpPr>
          <p:spPr>
            <a:xfrm rot="157512">
              <a:off x="5710335" y="4761896"/>
              <a:ext cx="57072" cy="57072"/>
            </a:xfrm>
            <a:custGeom>
              <a:avLst/>
              <a:gdLst/>
              <a:ahLst/>
              <a:cxnLst/>
              <a:rect l="l" t="t" r="r" b="b"/>
              <a:pathLst>
                <a:path w="2283" h="2283" extrusionOk="0">
                  <a:moveTo>
                    <a:pt x="1141" y="1"/>
                  </a:moveTo>
                  <a:cubicBezTo>
                    <a:pt x="511" y="1"/>
                    <a:pt x="0" y="511"/>
                    <a:pt x="0" y="1142"/>
                  </a:cubicBezTo>
                  <a:cubicBezTo>
                    <a:pt x="0" y="1772"/>
                    <a:pt x="511" y="2283"/>
                    <a:pt x="1141" y="2283"/>
                  </a:cubicBezTo>
                  <a:cubicBezTo>
                    <a:pt x="1771" y="2283"/>
                    <a:pt x="2282" y="1772"/>
                    <a:pt x="2282" y="1142"/>
                  </a:cubicBezTo>
                  <a:cubicBezTo>
                    <a:pt x="2282" y="511"/>
                    <a:pt x="1771" y="1"/>
                    <a:pt x="1141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3" name="Google Shape;493;p15"/>
            <p:cNvSpPr/>
            <p:nvPr/>
          </p:nvSpPr>
          <p:spPr>
            <a:xfrm rot="157512">
              <a:off x="7885492" y="4168682"/>
              <a:ext cx="57047" cy="57047"/>
            </a:xfrm>
            <a:custGeom>
              <a:avLst/>
              <a:gdLst/>
              <a:ahLst/>
              <a:cxnLst/>
              <a:rect l="l" t="t" r="r" b="b"/>
              <a:pathLst>
                <a:path w="2282" h="2282" extrusionOk="0">
                  <a:moveTo>
                    <a:pt x="1141" y="0"/>
                  </a:moveTo>
                  <a:cubicBezTo>
                    <a:pt x="511" y="0"/>
                    <a:pt x="0" y="511"/>
                    <a:pt x="0" y="1141"/>
                  </a:cubicBezTo>
                  <a:cubicBezTo>
                    <a:pt x="0" y="1770"/>
                    <a:pt x="511" y="2281"/>
                    <a:pt x="1141" y="2281"/>
                  </a:cubicBezTo>
                  <a:cubicBezTo>
                    <a:pt x="1772" y="2281"/>
                    <a:pt x="2281" y="1770"/>
                    <a:pt x="2281" y="1141"/>
                  </a:cubicBezTo>
                  <a:cubicBezTo>
                    <a:pt x="2281" y="511"/>
                    <a:pt x="1772" y="0"/>
                    <a:pt x="1141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494" name="Google Shape;494;p15"/>
          <p:cNvGrpSpPr/>
          <p:nvPr/>
        </p:nvGrpSpPr>
        <p:grpSpPr>
          <a:xfrm>
            <a:off x="-3934986" y="-304812"/>
            <a:ext cx="5036265" cy="4113315"/>
            <a:chOff x="4780389" y="2513201"/>
            <a:chExt cx="5036265" cy="4113315"/>
          </a:xfrm>
        </p:grpSpPr>
        <p:grpSp>
          <p:nvGrpSpPr>
            <p:cNvPr id="495" name="Google Shape;495;p15"/>
            <p:cNvGrpSpPr/>
            <p:nvPr/>
          </p:nvGrpSpPr>
          <p:grpSpPr>
            <a:xfrm>
              <a:off x="4780389" y="2513201"/>
              <a:ext cx="5036265" cy="4113315"/>
              <a:chOff x="4673664" y="2214101"/>
              <a:chExt cx="5036265" cy="4113315"/>
            </a:xfrm>
          </p:grpSpPr>
          <p:sp>
            <p:nvSpPr>
              <p:cNvPr id="496" name="Google Shape;496;p15"/>
              <p:cNvSpPr/>
              <p:nvPr/>
            </p:nvSpPr>
            <p:spPr>
              <a:xfrm rot="157512">
                <a:off x="9047033" y="4559649"/>
                <a:ext cx="57072" cy="57047"/>
              </a:xfrm>
              <a:custGeom>
                <a:avLst/>
                <a:gdLst/>
                <a:ahLst/>
                <a:cxnLst/>
                <a:rect l="l" t="t" r="r" b="b"/>
                <a:pathLst>
                  <a:path w="2283" h="2282" extrusionOk="0">
                    <a:moveTo>
                      <a:pt x="1141" y="1"/>
                    </a:moveTo>
                    <a:cubicBezTo>
                      <a:pt x="511" y="1"/>
                      <a:pt x="0" y="512"/>
                      <a:pt x="0" y="1142"/>
                    </a:cubicBezTo>
                    <a:cubicBezTo>
                      <a:pt x="0" y="1771"/>
                      <a:pt x="511" y="2282"/>
                      <a:pt x="1141" y="2282"/>
                    </a:cubicBezTo>
                    <a:cubicBezTo>
                      <a:pt x="1771" y="2282"/>
                      <a:pt x="2282" y="1771"/>
                      <a:pt x="2282" y="1142"/>
                    </a:cubicBezTo>
                    <a:cubicBezTo>
                      <a:pt x="2282" y="512"/>
                      <a:pt x="1771" y="1"/>
                      <a:pt x="1141" y="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grpSp>
            <p:nvGrpSpPr>
              <p:cNvPr id="497" name="Google Shape;497;p15"/>
              <p:cNvGrpSpPr/>
              <p:nvPr/>
            </p:nvGrpSpPr>
            <p:grpSpPr>
              <a:xfrm>
                <a:off x="4673664" y="2214101"/>
                <a:ext cx="5036265" cy="4113315"/>
                <a:chOff x="4673664" y="2214101"/>
                <a:chExt cx="5036265" cy="4113315"/>
              </a:xfrm>
            </p:grpSpPr>
            <p:grpSp>
              <p:nvGrpSpPr>
                <p:cNvPr id="498" name="Google Shape;498;p15"/>
                <p:cNvGrpSpPr/>
                <p:nvPr/>
              </p:nvGrpSpPr>
              <p:grpSpPr>
                <a:xfrm>
                  <a:off x="4673664" y="2214101"/>
                  <a:ext cx="5036265" cy="4113315"/>
                  <a:chOff x="3825164" y="427026"/>
                  <a:chExt cx="5036265" cy="4113315"/>
                </a:xfrm>
              </p:grpSpPr>
              <p:sp>
                <p:nvSpPr>
                  <p:cNvPr id="499" name="Google Shape;499;p15"/>
                  <p:cNvSpPr/>
                  <p:nvPr/>
                </p:nvSpPr>
                <p:spPr>
                  <a:xfrm rot="157512">
                    <a:off x="6915828" y="473247"/>
                    <a:ext cx="650167" cy="72108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08" h="28845" fill="none" extrusionOk="0">
                        <a:moveTo>
                          <a:pt x="26008" y="20744"/>
                        </a:moveTo>
                        <a:lnTo>
                          <a:pt x="24980" y="6321"/>
                        </a:lnTo>
                        <a:lnTo>
                          <a:pt x="11976" y="1"/>
                        </a:lnTo>
                        <a:lnTo>
                          <a:pt x="0" y="8102"/>
                        </a:lnTo>
                        <a:lnTo>
                          <a:pt x="1028" y="22524"/>
                        </a:lnTo>
                        <a:lnTo>
                          <a:pt x="14032" y="28845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500" name="Google Shape;500;p15"/>
                  <p:cNvSpPr/>
                  <p:nvPr/>
                </p:nvSpPr>
                <p:spPr>
                  <a:xfrm rot="157512">
                    <a:off x="7541687" y="457392"/>
                    <a:ext cx="650192" cy="72111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09" h="28846" fill="none" extrusionOk="0">
                        <a:moveTo>
                          <a:pt x="26009" y="20743"/>
                        </a:moveTo>
                        <a:lnTo>
                          <a:pt x="24981" y="6321"/>
                        </a:lnTo>
                        <a:lnTo>
                          <a:pt x="11976" y="1"/>
                        </a:lnTo>
                        <a:lnTo>
                          <a:pt x="1" y="8102"/>
                        </a:lnTo>
                        <a:lnTo>
                          <a:pt x="1029" y="22525"/>
                        </a:lnTo>
                        <a:lnTo>
                          <a:pt x="14033" y="28845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501" name="Google Shape;501;p15"/>
                  <p:cNvSpPr/>
                  <p:nvPr/>
                </p:nvSpPr>
                <p:spPr>
                  <a:xfrm rot="157512">
                    <a:off x="8167572" y="441537"/>
                    <a:ext cx="650192" cy="72108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09" h="28845" fill="none" extrusionOk="0">
                        <a:moveTo>
                          <a:pt x="26008" y="20743"/>
                        </a:moveTo>
                        <a:lnTo>
                          <a:pt x="24980" y="6321"/>
                        </a:lnTo>
                        <a:lnTo>
                          <a:pt x="11976" y="0"/>
                        </a:lnTo>
                        <a:lnTo>
                          <a:pt x="1" y="8102"/>
                        </a:lnTo>
                        <a:lnTo>
                          <a:pt x="1029" y="22524"/>
                        </a:lnTo>
                        <a:lnTo>
                          <a:pt x="14033" y="28845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502" name="Google Shape;502;p15"/>
                  <p:cNvSpPr/>
                  <p:nvPr/>
                </p:nvSpPr>
                <p:spPr>
                  <a:xfrm rot="157512">
                    <a:off x="7242491" y="1007356"/>
                    <a:ext cx="650192" cy="72108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09" h="28845" fill="none" extrusionOk="0">
                        <a:moveTo>
                          <a:pt x="26008" y="20743"/>
                        </a:moveTo>
                        <a:lnTo>
                          <a:pt x="24980" y="6321"/>
                        </a:lnTo>
                        <a:lnTo>
                          <a:pt x="11976" y="1"/>
                        </a:lnTo>
                        <a:lnTo>
                          <a:pt x="0" y="8102"/>
                        </a:lnTo>
                        <a:lnTo>
                          <a:pt x="1028" y="22525"/>
                        </a:lnTo>
                        <a:lnTo>
                          <a:pt x="14033" y="28844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503" name="Google Shape;503;p15"/>
                  <p:cNvSpPr/>
                  <p:nvPr/>
                </p:nvSpPr>
                <p:spPr>
                  <a:xfrm rot="157512">
                    <a:off x="7868375" y="991501"/>
                    <a:ext cx="650167" cy="72108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08" h="28845" fill="none" extrusionOk="0">
                        <a:moveTo>
                          <a:pt x="26008" y="20743"/>
                        </a:moveTo>
                        <a:lnTo>
                          <a:pt x="24980" y="6321"/>
                        </a:lnTo>
                        <a:lnTo>
                          <a:pt x="11976" y="0"/>
                        </a:lnTo>
                        <a:lnTo>
                          <a:pt x="0" y="8102"/>
                        </a:lnTo>
                        <a:lnTo>
                          <a:pt x="1028" y="22524"/>
                        </a:lnTo>
                        <a:lnTo>
                          <a:pt x="14032" y="28845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504" name="Google Shape;504;p15"/>
                  <p:cNvSpPr/>
                  <p:nvPr/>
                </p:nvSpPr>
                <p:spPr>
                  <a:xfrm rot="157512">
                    <a:off x="6943294" y="1557320"/>
                    <a:ext cx="650167" cy="72108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08" h="28845" fill="none" extrusionOk="0">
                        <a:moveTo>
                          <a:pt x="26008" y="20743"/>
                        </a:moveTo>
                        <a:lnTo>
                          <a:pt x="24980" y="6320"/>
                        </a:lnTo>
                        <a:lnTo>
                          <a:pt x="11975" y="1"/>
                        </a:lnTo>
                        <a:lnTo>
                          <a:pt x="0" y="8102"/>
                        </a:lnTo>
                        <a:lnTo>
                          <a:pt x="1028" y="22524"/>
                        </a:lnTo>
                        <a:lnTo>
                          <a:pt x="14032" y="28844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505" name="Google Shape;505;p15"/>
                  <p:cNvSpPr/>
                  <p:nvPr/>
                </p:nvSpPr>
                <p:spPr>
                  <a:xfrm rot="157512">
                    <a:off x="7569154" y="1541466"/>
                    <a:ext cx="650217" cy="72106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10" h="28844" fill="none" extrusionOk="0">
                        <a:moveTo>
                          <a:pt x="26009" y="20743"/>
                        </a:moveTo>
                        <a:lnTo>
                          <a:pt x="24980" y="6321"/>
                        </a:lnTo>
                        <a:lnTo>
                          <a:pt x="11976" y="0"/>
                        </a:lnTo>
                        <a:lnTo>
                          <a:pt x="1" y="8101"/>
                        </a:lnTo>
                        <a:lnTo>
                          <a:pt x="1029" y="22524"/>
                        </a:lnTo>
                        <a:lnTo>
                          <a:pt x="14033" y="28844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506" name="Google Shape;506;p15"/>
                  <p:cNvSpPr/>
                  <p:nvPr/>
                </p:nvSpPr>
                <p:spPr>
                  <a:xfrm rot="157512">
                    <a:off x="8195039" y="1525586"/>
                    <a:ext cx="650217" cy="72111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10" h="28846" fill="none" extrusionOk="0">
                        <a:moveTo>
                          <a:pt x="26009" y="20743"/>
                        </a:moveTo>
                        <a:lnTo>
                          <a:pt x="24980" y="6322"/>
                        </a:lnTo>
                        <a:lnTo>
                          <a:pt x="11976" y="1"/>
                        </a:lnTo>
                        <a:lnTo>
                          <a:pt x="0" y="8103"/>
                        </a:lnTo>
                        <a:lnTo>
                          <a:pt x="1029" y="22525"/>
                        </a:lnTo>
                        <a:lnTo>
                          <a:pt x="14033" y="28846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507" name="Google Shape;507;p15"/>
                  <p:cNvSpPr/>
                  <p:nvPr/>
                </p:nvSpPr>
                <p:spPr>
                  <a:xfrm rot="157512">
                    <a:off x="4140535" y="2170703"/>
                    <a:ext cx="650217" cy="72108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10" h="28845" fill="none" extrusionOk="0">
                        <a:moveTo>
                          <a:pt x="26009" y="20743"/>
                        </a:moveTo>
                        <a:lnTo>
                          <a:pt x="24980" y="6321"/>
                        </a:lnTo>
                        <a:lnTo>
                          <a:pt x="11977" y="0"/>
                        </a:lnTo>
                        <a:lnTo>
                          <a:pt x="1" y="8102"/>
                        </a:lnTo>
                        <a:lnTo>
                          <a:pt x="1028" y="22524"/>
                        </a:lnTo>
                        <a:lnTo>
                          <a:pt x="14033" y="28845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508" name="Google Shape;508;p15"/>
                  <p:cNvSpPr/>
                  <p:nvPr/>
                </p:nvSpPr>
                <p:spPr>
                  <a:xfrm rot="157512">
                    <a:off x="4766419" y="2154848"/>
                    <a:ext cx="650192" cy="72108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09" h="28845" fill="none" extrusionOk="0">
                        <a:moveTo>
                          <a:pt x="26009" y="20743"/>
                        </a:moveTo>
                        <a:lnTo>
                          <a:pt x="24980" y="6321"/>
                        </a:lnTo>
                        <a:lnTo>
                          <a:pt x="11977" y="1"/>
                        </a:lnTo>
                        <a:lnTo>
                          <a:pt x="0" y="8102"/>
                        </a:lnTo>
                        <a:lnTo>
                          <a:pt x="1029" y="22524"/>
                        </a:lnTo>
                        <a:lnTo>
                          <a:pt x="14034" y="28845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509" name="Google Shape;509;p15"/>
                  <p:cNvSpPr/>
                  <p:nvPr/>
                </p:nvSpPr>
                <p:spPr>
                  <a:xfrm rot="157512">
                    <a:off x="5392303" y="2138993"/>
                    <a:ext cx="650192" cy="72108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09" h="28845" fill="none" extrusionOk="0">
                        <a:moveTo>
                          <a:pt x="26009" y="20743"/>
                        </a:moveTo>
                        <a:lnTo>
                          <a:pt x="24981" y="6321"/>
                        </a:lnTo>
                        <a:lnTo>
                          <a:pt x="11976" y="0"/>
                        </a:lnTo>
                        <a:lnTo>
                          <a:pt x="0" y="8102"/>
                        </a:lnTo>
                        <a:lnTo>
                          <a:pt x="1029" y="22524"/>
                        </a:lnTo>
                        <a:lnTo>
                          <a:pt x="14033" y="28844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510" name="Google Shape;510;p15"/>
                  <p:cNvSpPr/>
                  <p:nvPr/>
                </p:nvSpPr>
                <p:spPr>
                  <a:xfrm rot="157512">
                    <a:off x="6018188" y="2123139"/>
                    <a:ext cx="650192" cy="72108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09" h="28845" fill="none" extrusionOk="0">
                        <a:moveTo>
                          <a:pt x="26008" y="20743"/>
                        </a:moveTo>
                        <a:lnTo>
                          <a:pt x="24981" y="6321"/>
                        </a:lnTo>
                        <a:lnTo>
                          <a:pt x="11976" y="0"/>
                        </a:lnTo>
                        <a:lnTo>
                          <a:pt x="1" y="8102"/>
                        </a:lnTo>
                        <a:lnTo>
                          <a:pt x="1029" y="22524"/>
                        </a:lnTo>
                        <a:lnTo>
                          <a:pt x="14033" y="28845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511" name="Google Shape;511;p15"/>
                  <p:cNvSpPr/>
                  <p:nvPr/>
                </p:nvSpPr>
                <p:spPr>
                  <a:xfrm rot="157512">
                    <a:off x="6644073" y="2107259"/>
                    <a:ext cx="650192" cy="72111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09" h="28846" fill="none" extrusionOk="0">
                        <a:moveTo>
                          <a:pt x="26008" y="20743"/>
                        </a:moveTo>
                        <a:lnTo>
                          <a:pt x="24980" y="6321"/>
                        </a:lnTo>
                        <a:lnTo>
                          <a:pt x="11976" y="1"/>
                        </a:lnTo>
                        <a:lnTo>
                          <a:pt x="1" y="8103"/>
                        </a:lnTo>
                        <a:lnTo>
                          <a:pt x="1028" y="22525"/>
                        </a:lnTo>
                        <a:lnTo>
                          <a:pt x="14033" y="28845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512" name="Google Shape;512;p15"/>
                  <p:cNvSpPr/>
                  <p:nvPr/>
                </p:nvSpPr>
                <p:spPr>
                  <a:xfrm rot="157512">
                    <a:off x="7269957" y="2091430"/>
                    <a:ext cx="650192" cy="72106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09" h="28844" fill="none" extrusionOk="0">
                        <a:moveTo>
                          <a:pt x="26009" y="20743"/>
                        </a:moveTo>
                        <a:lnTo>
                          <a:pt x="24980" y="6320"/>
                        </a:lnTo>
                        <a:lnTo>
                          <a:pt x="11976" y="0"/>
                        </a:lnTo>
                        <a:lnTo>
                          <a:pt x="0" y="8101"/>
                        </a:lnTo>
                        <a:lnTo>
                          <a:pt x="1028" y="22523"/>
                        </a:lnTo>
                        <a:lnTo>
                          <a:pt x="14033" y="28844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513" name="Google Shape;513;p15"/>
                  <p:cNvSpPr/>
                  <p:nvPr/>
                </p:nvSpPr>
                <p:spPr>
                  <a:xfrm rot="157512">
                    <a:off x="7895842" y="2075550"/>
                    <a:ext cx="650192" cy="72108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09" h="28845" fill="none" extrusionOk="0">
                        <a:moveTo>
                          <a:pt x="26009" y="20743"/>
                        </a:moveTo>
                        <a:lnTo>
                          <a:pt x="24980" y="6322"/>
                        </a:lnTo>
                        <a:lnTo>
                          <a:pt x="11976" y="1"/>
                        </a:lnTo>
                        <a:lnTo>
                          <a:pt x="0" y="8102"/>
                        </a:lnTo>
                        <a:lnTo>
                          <a:pt x="1029" y="22525"/>
                        </a:lnTo>
                        <a:lnTo>
                          <a:pt x="14032" y="28845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514" name="Google Shape;514;p15"/>
                  <p:cNvSpPr/>
                  <p:nvPr/>
                </p:nvSpPr>
                <p:spPr>
                  <a:xfrm rot="157512">
                    <a:off x="3841337" y="2720667"/>
                    <a:ext cx="650192" cy="72111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09" h="28846" fill="none" extrusionOk="0">
                        <a:moveTo>
                          <a:pt x="26009" y="20743"/>
                        </a:moveTo>
                        <a:lnTo>
                          <a:pt x="24980" y="6321"/>
                        </a:lnTo>
                        <a:lnTo>
                          <a:pt x="11975" y="0"/>
                        </a:lnTo>
                        <a:lnTo>
                          <a:pt x="0" y="8102"/>
                        </a:lnTo>
                        <a:lnTo>
                          <a:pt x="1029" y="22524"/>
                        </a:lnTo>
                        <a:lnTo>
                          <a:pt x="14032" y="28845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515" name="Google Shape;515;p15"/>
                  <p:cNvSpPr/>
                  <p:nvPr/>
                </p:nvSpPr>
                <p:spPr>
                  <a:xfrm rot="157512">
                    <a:off x="4467198" y="2704787"/>
                    <a:ext cx="650217" cy="72111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10" h="28846" fill="none" extrusionOk="0">
                        <a:moveTo>
                          <a:pt x="26010" y="20743"/>
                        </a:moveTo>
                        <a:lnTo>
                          <a:pt x="24982" y="6322"/>
                        </a:lnTo>
                        <a:lnTo>
                          <a:pt x="11977" y="1"/>
                        </a:lnTo>
                        <a:lnTo>
                          <a:pt x="1" y="8103"/>
                        </a:lnTo>
                        <a:lnTo>
                          <a:pt x="1030" y="22525"/>
                        </a:lnTo>
                        <a:lnTo>
                          <a:pt x="14033" y="28846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516" name="Google Shape;516;p15"/>
                  <p:cNvSpPr/>
                  <p:nvPr/>
                </p:nvSpPr>
                <p:spPr>
                  <a:xfrm rot="157512">
                    <a:off x="5093107" y="2688958"/>
                    <a:ext cx="650192" cy="72108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09" h="28845" fill="none" extrusionOk="0">
                        <a:moveTo>
                          <a:pt x="26008" y="20743"/>
                        </a:moveTo>
                        <a:lnTo>
                          <a:pt x="24980" y="6320"/>
                        </a:lnTo>
                        <a:lnTo>
                          <a:pt x="11976" y="0"/>
                        </a:lnTo>
                        <a:lnTo>
                          <a:pt x="1" y="8102"/>
                        </a:lnTo>
                        <a:lnTo>
                          <a:pt x="1029" y="22523"/>
                        </a:lnTo>
                        <a:lnTo>
                          <a:pt x="14033" y="28844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517" name="Google Shape;517;p15"/>
                  <p:cNvSpPr/>
                  <p:nvPr/>
                </p:nvSpPr>
                <p:spPr>
                  <a:xfrm rot="157512">
                    <a:off x="5718992" y="2673103"/>
                    <a:ext cx="650192" cy="72106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09" h="28844" fill="none" extrusionOk="0">
                        <a:moveTo>
                          <a:pt x="26008" y="20743"/>
                        </a:moveTo>
                        <a:lnTo>
                          <a:pt x="24980" y="6321"/>
                        </a:lnTo>
                        <a:lnTo>
                          <a:pt x="11976" y="0"/>
                        </a:lnTo>
                        <a:lnTo>
                          <a:pt x="0" y="8101"/>
                        </a:lnTo>
                        <a:lnTo>
                          <a:pt x="1028" y="22524"/>
                        </a:lnTo>
                        <a:lnTo>
                          <a:pt x="14033" y="28844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518" name="Google Shape;518;p15"/>
                  <p:cNvSpPr/>
                  <p:nvPr/>
                </p:nvSpPr>
                <p:spPr>
                  <a:xfrm rot="157512">
                    <a:off x="6344876" y="2657223"/>
                    <a:ext cx="650167" cy="72111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08" h="28846" fill="none" extrusionOk="0">
                        <a:moveTo>
                          <a:pt x="26008" y="20743"/>
                        </a:moveTo>
                        <a:lnTo>
                          <a:pt x="24980" y="6321"/>
                        </a:lnTo>
                        <a:lnTo>
                          <a:pt x="11975" y="1"/>
                        </a:lnTo>
                        <a:lnTo>
                          <a:pt x="0" y="8103"/>
                        </a:lnTo>
                        <a:lnTo>
                          <a:pt x="1028" y="22525"/>
                        </a:lnTo>
                        <a:lnTo>
                          <a:pt x="14032" y="28845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519" name="Google Shape;519;p15"/>
                  <p:cNvSpPr/>
                  <p:nvPr/>
                </p:nvSpPr>
                <p:spPr>
                  <a:xfrm rot="157512">
                    <a:off x="6970736" y="2641369"/>
                    <a:ext cx="650217" cy="72111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10" h="28846" fill="none" extrusionOk="0">
                        <a:moveTo>
                          <a:pt x="26010" y="20743"/>
                        </a:moveTo>
                        <a:lnTo>
                          <a:pt x="24981" y="6321"/>
                        </a:lnTo>
                        <a:lnTo>
                          <a:pt x="11976" y="0"/>
                        </a:lnTo>
                        <a:lnTo>
                          <a:pt x="1" y="8102"/>
                        </a:lnTo>
                        <a:lnTo>
                          <a:pt x="1029" y="22524"/>
                        </a:lnTo>
                        <a:lnTo>
                          <a:pt x="14033" y="28845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520" name="Google Shape;520;p15"/>
                  <p:cNvSpPr/>
                  <p:nvPr/>
                </p:nvSpPr>
                <p:spPr>
                  <a:xfrm rot="157512">
                    <a:off x="4168001" y="3254751"/>
                    <a:ext cx="650217" cy="72111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10" h="28846" fill="none" extrusionOk="0">
                        <a:moveTo>
                          <a:pt x="26009" y="20744"/>
                        </a:moveTo>
                        <a:lnTo>
                          <a:pt x="24980" y="6322"/>
                        </a:lnTo>
                        <a:lnTo>
                          <a:pt x="11977" y="1"/>
                        </a:lnTo>
                        <a:lnTo>
                          <a:pt x="0" y="8103"/>
                        </a:lnTo>
                        <a:lnTo>
                          <a:pt x="1029" y="22525"/>
                        </a:lnTo>
                        <a:lnTo>
                          <a:pt x="14034" y="28846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521" name="Google Shape;521;p15"/>
                  <p:cNvSpPr/>
                  <p:nvPr/>
                </p:nvSpPr>
                <p:spPr>
                  <a:xfrm rot="157512">
                    <a:off x="4793885" y="3238896"/>
                    <a:ext cx="650192" cy="72111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09" h="28846" fill="none" extrusionOk="0">
                        <a:moveTo>
                          <a:pt x="26009" y="20743"/>
                        </a:moveTo>
                        <a:lnTo>
                          <a:pt x="24981" y="6321"/>
                        </a:lnTo>
                        <a:lnTo>
                          <a:pt x="11977" y="0"/>
                        </a:lnTo>
                        <a:lnTo>
                          <a:pt x="0" y="8103"/>
                        </a:lnTo>
                        <a:lnTo>
                          <a:pt x="1029" y="22525"/>
                        </a:lnTo>
                        <a:lnTo>
                          <a:pt x="14033" y="28845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522" name="Google Shape;522;p15"/>
                  <p:cNvSpPr/>
                  <p:nvPr/>
                </p:nvSpPr>
                <p:spPr>
                  <a:xfrm rot="157512">
                    <a:off x="5419770" y="3223067"/>
                    <a:ext cx="650192" cy="72106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09" h="28844" fill="none" extrusionOk="0">
                        <a:moveTo>
                          <a:pt x="26009" y="20743"/>
                        </a:moveTo>
                        <a:lnTo>
                          <a:pt x="24981" y="6320"/>
                        </a:lnTo>
                        <a:lnTo>
                          <a:pt x="11976" y="0"/>
                        </a:lnTo>
                        <a:lnTo>
                          <a:pt x="1" y="8101"/>
                        </a:lnTo>
                        <a:lnTo>
                          <a:pt x="1029" y="22523"/>
                        </a:lnTo>
                        <a:lnTo>
                          <a:pt x="14033" y="28844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523" name="Google Shape;523;p15"/>
                  <p:cNvSpPr/>
                  <p:nvPr/>
                </p:nvSpPr>
                <p:spPr>
                  <a:xfrm rot="157512">
                    <a:off x="6045654" y="3207187"/>
                    <a:ext cx="650192" cy="72111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09" h="28846" fill="none" extrusionOk="0">
                        <a:moveTo>
                          <a:pt x="26008" y="20743"/>
                        </a:moveTo>
                        <a:lnTo>
                          <a:pt x="24980" y="6321"/>
                        </a:lnTo>
                        <a:lnTo>
                          <a:pt x="11976" y="1"/>
                        </a:lnTo>
                        <a:lnTo>
                          <a:pt x="1" y="8102"/>
                        </a:lnTo>
                        <a:lnTo>
                          <a:pt x="1029" y="22525"/>
                        </a:lnTo>
                        <a:lnTo>
                          <a:pt x="14033" y="28845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524" name="Google Shape;524;p15"/>
                  <p:cNvSpPr/>
                  <p:nvPr/>
                </p:nvSpPr>
                <p:spPr>
                  <a:xfrm rot="157512">
                    <a:off x="3868779" y="3804714"/>
                    <a:ext cx="650217" cy="72111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10" h="28846" fill="none" extrusionOk="0">
                        <a:moveTo>
                          <a:pt x="26010" y="20744"/>
                        </a:moveTo>
                        <a:lnTo>
                          <a:pt x="24982" y="6322"/>
                        </a:lnTo>
                        <a:lnTo>
                          <a:pt x="11977" y="1"/>
                        </a:lnTo>
                        <a:lnTo>
                          <a:pt x="1" y="8102"/>
                        </a:lnTo>
                        <a:lnTo>
                          <a:pt x="1030" y="22525"/>
                        </a:lnTo>
                        <a:lnTo>
                          <a:pt x="14034" y="28846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525" name="Google Shape;525;p15"/>
                  <p:cNvSpPr/>
                  <p:nvPr/>
                </p:nvSpPr>
                <p:spPr>
                  <a:xfrm rot="157512">
                    <a:off x="4494689" y="3788860"/>
                    <a:ext cx="650192" cy="72111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09" h="28846" fill="none" extrusionOk="0">
                        <a:moveTo>
                          <a:pt x="26008" y="20743"/>
                        </a:moveTo>
                        <a:lnTo>
                          <a:pt x="24980" y="6321"/>
                        </a:lnTo>
                        <a:lnTo>
                          <a:pt x="11976" y="1"/>
                        </a:lnTo>
                        <a:lnTo>
                          <a:pt x="1" y="8103"/>
                        </a:lnTo>
                        <a:lnTo>
                          <a:pt x="1029" y="22525"/>
                        </a:lnTo>
                        <a:lnTo>
                          <a:pt x="14033" y="28845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526" name="Google Shape;526;p15"/>
                  <p:cNvSpPr/>
                  <p:nvPr/>
                </p:nvSpPr>
                <p:spPr>
                  <a:xfrm rot="157512">
                    <a:off x="5120574" y="3773006"/>
                    <a:ext cx="650192" cy="72108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09" h="28845" fill="none" extrusionOk="0">
                        <a:moveTo>
                          <a:pt x="26008" y="20744"/>
                        </a:moveTo>
                        <a:lnTo>
                          <a:pt x="24980" y="6321"/>
                        </a:lnTo>
                        <a:lnTo>
                          <a:pt x="11976" y="0"/>
                        </a:lnTo>
                        <a:lnTo>
                          <a:pt x="0" y="8102"/>
                        </a:lnTo>
                        <a:lnTo>
                          <a:pt x="1028" y="22524"/>
                        </a:lnTo>
                        <a:lnTo>
                          <a:pt x="14033" y="28845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</p:grpSp>
            <p:sp>
              <p:nvSpPr>
                <p:cNvPr id="527" name="Google Shape;527;p15"/>
                <p:cNvSpPr/>
                <p:nvPr/>
              </p:nvSpPr>
              <p:spPr>
                <a:xfrm rot="157512">
                  <a:off x="6228998" y="4446717"/>
                  <a:ext cx="57072" cy="5704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283" h="2282" extrusionOk="0">
                      <a:moveTo>
                        <a:pt x="1142" y="0"/>
                      </a:moveTo>
                      <a:cubicBezTo>
                        <a:pt x="512" y="0"/>
                        <a:pt x="1" y="511"/>
                        <a:pt x="1" y="1141"/>
                      </a:cubicBezTo>
                      <a:cubicBezTo>
                        <a:pt x="1" y="1771"/>
                        <a:pt x="512" y="2281"/>
                        <a:pt x="1142" y="2281"/>
                      </a:cubicBezTo>
                      <a:cubicBezTo>
                        <a:pt x="1772" y="2281"/>
                        <a:pt x="2283" y="1772"/>
                        <a:pt x="2283" y="1141"/>
                      </a:cubicBezTo>
                      <a:cubicBezTo>
                        <a:pt x="2283" y="511"/>
                        <a:pt x="1772" y="0"/>
                        <a:pt x="1142" y="0"/>
                      </a:cubicBez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528" name="Google Shape;528;p15"/>
                <p:cNvSpPr/>
                <p:nvPr/>
              </p:nvSpPr>
              <p:spPr>
                <a:xfrm rot="157512">
                  <a:off x="9351770" y="4005108"/>
                  <a:ext cx="57047" cy="5707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282" h="2283" extrusionOk="0">
                      <a:moveTo>
                        <a:pt x="1141" y="0"/>
                      </a:moveTo>
                      <a:cubicBezTo>
                        <a:pt x="511" y="0"/>
                        <a:pt x="0" y="511"/>
                        <a:pt x="0" y="1141"/>
                      </a:cubicBezTo>
                      <a:cubicBezTo>
                        <a:pt x="0" y="1772"/>
                        <a:pt x="511" y="2282"/>
                        <a:pt x="1141" y="2282"/>
                      </a:cubicBezTo>
                      <a:cubicBezTo>
                        <a:pt x="1771" y="2282"/>
                        <a:pt x="2281" y="1772"/>
                        <a:pt x="2281" y="1141"/>
                      </a:cubicBezTo>
                      <a:cubicBezTo>
                        <a:pt x="2281" y="511"/>
                        <a:pt x="1771" y="0"/>
                        <a:pt x="1141" y="0"/>
                      </a:cubicBez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529" name="Google Shape;529;p15"/>
                <p:cNvSpPr/>
                <p:nvPr/>
              </p:nvSpPr>
              <p:spPr>
                <a:xfrm rot="157512">
                  <a:off x="8403706" y="3847890"/>
                  <a:ext cx="57072" cy="5704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283" h="2282" extrusionOk="0">
                      <a:moveTo>
                        <a:pt x="1141" y="1"/>
                      </a:moveTo>
                      <a:cubicBezTo>
                        <a:pt x="511" y="1"/>
                        <a:pt x="0" y="511"/>
                        <a:pt x="0" y="1141"/>
                      </a:cubicBezTo>
                      <a:cubicBezTo>
                        <a:pt x="0" y="1771"/>
                        <a:pt x="511" y="2282"/>
                        <a:pt x="1141" y="2282"/>
                      </a:cubicBezTo>
                      <a:cubicBezTo>
                        <a:pt x="1771" y="2282"/>
                        <a:pt x="2282" y="1771"/>
                        <a:pt x="2282" y="1141"/>
                      </a:cubicBezTo>
                      <a:cubicBezTo>
                        <a:pt x="2282" y="511"/>
                        <a:pt x="1771" y="1"/>
                        <a:pt x="1141" y="1"/>
                      </a:cubicBez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530" name="Google Shape;530;p15"/>
                <p:cNvSpPr/>
                <p:nvPr/>
              </p:nvSpPr>
              <p:spPr>
                <a:xfrm rot="157512">
                  <a:off x="8124633" y="5115580"/>
                  <a:ext cx="57047" cy="5704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282" h="2282" extrusionOk="0">
                      <a:moveTo>
                        <a:pt x="1140" y="0"/>
                      </a:moveTo>
                      <a:cubicBezTo>
                        <a:pt x="511" y="0"/>
                        <a:pt x="0" y="511"/>
                        <a:pt x="0" y="1141"/>
                      </a:cubicBezTo>
                      <a:cubicBezTo>
                        <a:pt x="0" y="1771"/>
                        <a:pt x="510" y="2281"/>
                        <a:pt x="1140" y="2281"/>
                      </a:cubicBezTo>
                      <a:cubicBezTo>
                        <a:pt x="1771" y="2281"/>
                        <a:pt x="2281" y="1771"/>
                        <a:pt x="2281" y="1141"/>
                      </a:cubicBezTo>
                      <a:cubicBezTo>
                        <a:pt x="2281" y="511"/>
                        <a:pt x="1771" y="0"/>
                        <a:pt x="1140" y="0"/>
                      </a:cubicBez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531" name="Google Shape;531;p15"/>
                <p:cNvSpPr/>
                <p:nvPr/>
              </p:nvSpPr>
              <p:spPr>
                <a:xfrm rot="157512">
                  <a:off x="6574005" y="5703526"/>
                  <a:ext cx="57072" cy="5704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283" h="2282" extrusionOk="0">
                      <a:moveTo>
                        <a:pt x="1141" y="1"/>
                      </a:moveTo>
                      <a:cubicBezTo>
                        <a:pt x="511" y="1"/>
                        <a:pt x="0" y="511"/>
                        <a:pt x="0" y="1141"/>
                      </a:cubicBezTo>
                      <a:cubicBezTo>
                        <a:pt x="0" y="1771"/>
                        <a:pt x="511" y="2282"/>
                        <a:pt x="1141" y="2282"/>
                      </a:cubicBezTo>
                      <a:cubicBezTo>
                        <a:pt x="1771" y="2282"/>
                        <a:pt x="2282" y="1771"/>
                        <a:pt x="2282" y="1141"/>
                      </a:cubicBezTo>
                      <a:cubicBezTo>
                        <a:pt x="2282" y="511"/>
                        <a:pt x="1771" y="1"/>
                        <a:pt x="1141" y="1"/>
                      </a:cubicBez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532" name="Google Shape;532;p15"/>
                <p:cNvSpPr/>
                <p:nvPr/>
              </p:nvSpPr>
              <p:spPr>
                <a:xfrm rot="157512">
                  <a:off x="5957267" y="6080755"/>
                  <a:ext cx="57072" cy="5704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283" h="2282" extrusionOk="0">
                      <a:moveTo>
                        <a:pt x="1141" y="0"/>
                      </a:moveTo>
                      <a:cubicBezTo>
                        <a:pt x="511" y="0"/>
                        <a:pt x="0" y="510"/>
                        <a:pt x="0" y="1140"/>
                      </a:cubicBezTo>
                      <a:cubicBezTo>
                        <a:pt x="0" y="1770"/>
                        <a:pt x="511" y="2281"/>
                        <a:pt x="1141" y="2281"/>
                      </a:cubicBezTo>
                      <a:cubicBezTo>
                        <a:pt x="1771" y="2281"/>
                        <a:pt x="2282" y="1770"/>
                        <a:pt x="2282" y="1140"/>
                      </a:cubicBezTo>
                      <a:cubicBezTo>
                        <a:pt x="2282" y="510"/>
                        <a:pt x="1771" y="0"/>
                        <a:pt x="1141" y="0"/>
                      </a:cubicBez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533" name="Google Shape;533;p15"/>
                <p:cNvSpPr/>
                <p:nvPr/>
              </p:nvSpPr>
              <p:spPr>
                <a:xfrm rot="157512">
                  <a:off x="5929801" y="4996682"/>
                  <a:ext cx="57072" cy="5704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283" h="2282" extrusionOk="0">
                      <a:moveTo>
                        <a:pt x="1142" y="0"/>
                      </a:moveTo>
                      <a:cubicBezTo>
                        <a:pt x="511" y="0"/>
                        <a:pt x="1" y="510"/>
                        <a:pt x="1" y="1140"/>
                      </a:cubicBezTo>
                      <a:cubicBezTo>
                        <a:pt x="1" y="1771"/>
                        <a:pt x="511" y="2281"/>
                        <a:pt x="1142" y="2281"/>
                      </a:cubicBezTo>
                      <a:cubicBezTo>
                        <a:pt x="1772" y="2281"/>
                        <a:pt x="2283" y="1771"/>
                        <a:pt x="2283" y="1140"/>
                      </a:cubicBezTo>
                      <a:cubicBezTo>
                        <a:pt x="2283" y="510"/>
                        <a:pt x="1772" y="0"/>
                        <a:pt x="1142" y="0"/>
                      </a:cubicBez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534" name="Google Shape;534;p15"/>
                <p:cNvSpPr/>
                <p:nvPr/>
              </p:nvSpPr>
              <p:spPr>
                <a:xfrm rot="157512">
                  <a:off x="9015730" y="3465389"/>
                  <a:ext cx="57047" cy="5707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282" h="2283" extrusionOk="0">
                      <a:moveTo>
                        <a:pt x="1142" y="0"/>
                      </a:moveTo>
                      <a:cubicBezTo>
                        <a:pt x="512" y="0"/>
                        <a:pt x="1" y="511"/>
                        <a:pt x="1" y="1141"/>
                      </a:cubicBezTo>
                      <a:cubicBezTo>
                        <a:pt x="1" y="1771"/>
                        <a:pt x="512" y="2282"/>
                        <a:pt x="1142" y="2282"/>
                      </a:cubicBezTo>
                      <a:cubicBezTo>
                        <a:pt x="1771" y="2282"/>
                        <a:pt x="2282" y="1771"/>
                        <a:pt x="2282" y="1141"/>
                      </a:cubicBezTo>
                      <a:cubicBezTo>
                        <a:pt x="2282" y="511"/>
                        <a:pt x="1771" y="0"/>
                        <a:pt x="1142" y="0"/>
                      </a:cubicBez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</p:grpSp>
        <p:sp>
          <p:nvSpPr>
            <p:cNvPr id="535" name="Google Shape;535;p15"/>
            <p:cNvSpPr/>
            <p:nvPr/>
          </p:nvSpPr>
          <p:spPr>
            <a:xfrm rot="157512">
              <a:off x="8799542" y="3225845"/>
              <a:ext cx="57022" cy="57072"/>
            </a:xfrm>
            <a:custGeom>
              <a:avLst/>
              <a:gdLst/>
              <a:ahLst/>
              <a:cxnLst/>
              <a:rect l="l" t="t" r="r" b="b"/>
              <a:pathLst>
                <a:path w="2281" h="2283" extrusionOk="0">
                  <a:moveTo>
                    <a:pt x="1141" y="1"/>
                  </a:moveTo>
                  <a:cubicBezTo>
                    <a:pt x="511" y="1"/>
                    <a:pt x="0" y="512"/>
                    <a:pt x="0" y="1142"/>
                  </a:cubicBezTo>
                  <a:cubicBezTo>
                    <a:pt x="0" y="1772"/>
                    <a:pt x="511" y="2283"/>
                    <a:pt x="1141" y="2283"/>
                  </a:cubicBezTo>
                  <a:cubicBezTo>
                    <a:pt x="1771" y="2283"/>
                    <a:pt x="2281" y="1772"/>
                    <a:pt x="2281" y="1142"/>
                  </a:cubicBezTo>
                  <a:cubicBezTo>
                    <a:pt x="2281" y="512"/>
                    <a:pt x="1771" y="1"/>
                    <a:pt x="1141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6" name="Google Shape;536;p15"/>
            <p:cNvSpPr/>
            <p:nvPr/>
          </p:nvSpPr>
          <p:spPr>
            <a:xfrm rot="157512">
              <a:off x="5710335" y="4761896"/>
              <a:ext cx="57072" cy="57072"/>
            </a:xfrm>
            <a:custGeom>
              <a:avLst/>
              <a:gdLst/>
              <a:ahLst/>
              <a:cxnLst/>
              <a:rect l="l" t="t" r="r" b="b"/>
              <a:pathLst>
                <a:path w="2283" h="2283" extrusionOk="0">
                  <a:moveTo>
                    <a:pt x="1141" y="1"/>
                  </a:moveTo>
                  <a:cubicBezTo>
                    <a:pt x="511" y="1"/>
                    <a:pt x="0" y="511"/>
                    <a:pt x="0" y="1142"/>
                  </a:cubicBezTo>
                  <a:cubicBezTo>
                    <a:pt x="0" y="1772"/>
                    <a:pt x="511" y="2283"/>
                    <a:pt x="1141" y="2283"/>
                  </a:cubicBezTo>
                  <a:cubicBezTo>
                    <a:pt x="1771" y="2283"/>
                    <a:pt x="2282" y="1772"/>
                    <a:pt x="2282" y="1142"/>
                  </a:cubicBezTo>
                  <a:cubicBezTo>
                    <a:pt x="2282" y="511"/>
                    <a:pt x="1771" y="1"/>
                    <a:pt x="1141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7" name="Google Shape;537;p15"/>
            <p:cNvSpPr/>
            <p:nvPr/>
          </p:nvSpPr>
          <p:spPr>
            <a:xfrm rot="157512">
              <a:off x="7885492" y="4168682"/>
              <a:ext cx="57047" cy="57047"/>
            </a:xfrm>
            <a:custGeom>
              <a:avLst/>
              <a:gdLst/>
              <a:ahLst/>
              <a:cxnLst/>
              <a:rect l="l" t="t" r="r" b="b"/>
              <a:pathLst>
                <a:path w="2282" h="2282" extrusionOk="0">
                  <a:moveTo>
                    <a:pt x="1141" y="0"/>
                  </a:moveTo>
                  <a:cubicBezTo>
                    <a:pt x="511" y="0"/>
                    <a:pt x="0" y="511"/>
                    <a:pt x="0" y="1141"/>
                  </a:cubicBezTo>
                  <a:cubicBezTo>
                    <a:pt x="0" y="1770"/>
                    <a:pt x="511" y="2281"/>
                    <a:pt x="1141" y="2281"/>
                  </a:cubicBezTo>
                  <a:cubicBezTo>
                    <a:pt x="1772" y="2281"/>
                    <a:pt x="2281" y="1770"/>
                    <a:pt x="2281" y="1141"/>
                  </a:cubicBezTo>
                  <a:cubicBezTo>
                    <a:pt x="2281" y="511"/>
                    <a:pt x="1772" y="0"/>
                    <a:pt x="1141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pic>
        <p:nvPicPr>
          <p:cNvPr id="2" name="Imagine 1">
            <a:extLst>
              <a:ext uri="{FF2B5EF4-FFF2-40B4-BE49-F238E27FC236}">
                <a16:creationId xmlns:a16="http://schemas.microsoft.com/office/drawing/2014/main" id="{C39281E2-BB9E-EBBA-CFBB-6B97CDA92CC0}"/>
              </a:ext>
            </a:extLst>
          </p:cNvPr>
          <p:cNvPicPr>
            <a:picLocks noChangeAspect="1"/>
          </p:cNvPicPr>
          <p:nvPr/>
        </p:nvPicPr>
        <p:blipFill>
          <a:blip r:embed="rId6">
            <a:duotone>
              <a:prstClr val="black"/>
              <a:schemeClr val="tx2">
                <a:tint val="45000"/>
                <a:satMod val="400000"/>
              </a:schemeClr>
            </a:duotone>
            <a:extLst>
              <a:ext uri="{BEBA8EAE-BF5A-486C-A8C5-ECC9F3942E4B}">
                <a14:imgProps xmlns:a14="http://schemas.microsoft.com/office/drawing/2010/main">
                  <a14:imgLayer r:embed="rId7">
                    <a14:imgEffect>
                      <a14:colorTemperature colorTemp="11200"/>
                    </a14:imgEffect>
                  </a14:imgLayer>
                </a14:imgProps>
              </a:ext>
            </a:extLst>
          </a:blip>
          <a:srcRect l="24679" t="18543" r="25300" b="17092"/>
          <a:stretch>
            <a:fillRect/>
          </a:stretch>
        </p:blipFill>
        <p:spPr>
          <a:xfrm>
            <a:off x="7241152" y="1835910"/>
            <a:ext cx="1630018" cy="2060143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5" name="Google Shape;555;p17"/>
          <p:cNvSpPr txBox="1">
            <a:spLocks noGrp="1"/>
          </p:cNvSpPr>
          <p:nvPr>
            <p:ph type="title"/>
          </p:nvPr>
        </p:nvSpPr>
        <p:spPr>
          <a:xfrm>
            <a:off x="720000" y="539500"/>
            <a:ext cx="7704000" cy="576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/>
            <a:r>
              <a:rPr lang="ro-RO" u="sng" dirty="0"/>
              <a:t>P</a:t>
            </a:r>
            <a:r>
              <a:rPr lang="en-US" u="sng" dirty="0" err="1"/>
              <a:t>robleme</a:t>
            </a:r>
            <a:endParaRPr u="sng" dirty="0"/>
          </a:p>
        </p:txBody>
      </p:sp>
      <p:sp>
        <p:nvSpPr>
          <p:cNvPr id="556" name="Google Shape;556;p17"/>
          <p:cNvSpPr txBox="1"/>
          <p:nvPr/>
        </p:nvSpPr>
        <p:spPr>
          <a:xfrm>
            <a:off x="5450541" y="2268150"/>
            <a:ext cx="2588221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o-RO" sz="2100" dirty="0">
                <a:solidFill>
                  <a:schemeClr val="dk1"/>
                </a:solidFill>
                <a:latin typeface="Montserrat Black"/>
                <a:ea typeface="Montserrat Black"/>
                <a:cs typeface="Montserrat Black"/>
                <a:sym typeface="Montserrat Black"/>
              </a:rPr>
              <a:t>PHISHING &amp; LINK-URI</a:t>
            </a:r>
            <a:r>
              <a:rPr lang="en-US" sz="2100" dirty="0">
                <a:solidFill>
                  <a:schemeClr val="dk1"/>
                </a:solidFill>
                <a:latin typeface="Montserrat Black"/>
                <a:ea typeface="Montserrat Black"/>
                <a:cs typeface="Montserrat Black"/>
                <a:sym typeface="Montserrat Black"/>
              </a:rPr>
              <a:t> </a:t>
            </a:r>
            <a:r>
              <a:rPr lang="en-US" sz="2100" dirty="0" err="1">
                <a:solidFill>
                  <a:schemeClr val="dk1"/>
                </a:solidFill>
                <a:latin typeface="Montserrat Black"/>
                <a:ea typeface="Montserrat Black"/>
                <a:cs typeface="Montserrat Black"/>
                <a:sym typeface="Montserrat Black"/>
              </a:rPr>
              <a:t>suspecte</a:t>
            </a:r>
            <a:endParaRPr lang="ro-RO" sz="2100" dirty="0">
              <a:solidFill>
                <a:schemeClr val="dk1"/>
              </a:solidFill>
              <a:latin typeface="Montserrat Black"/>
              <a:ea typeface="Montserrat Black"/>
              <a:cs typeface="Montserrat Black"/>
              <a:sym typeface="Montserrat Black"/>
            </a:endParaRPr>
          </a:p>
        </p:txBody>
      </p:sp>
      <p:sp>
        <p:nvSpPr>
          <p:cNvPr id="557" name="Google Shape;557;p17"/>
          <p:cNvSpPr txBox="1"/>
          <p:nvPr/>
        </p:nvSpPr>
        <p:spPr>
          <a:xfrm>
            <a:off x="369239" y="3757276"/>
            <a:ext cx="3109715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dirty="0">
                <a:solidFill>
                  <a:schemeClr val="dk1"/>
                </a:solidFill>
                <a:latin typeface="Montserrat Black"/>
                <a:ea typeface="Montserrat Black"/>
                <a:cs typeface="Montserrat Black"/>
                <a:sym typeface="Montserrat Black"/>
              </a:rPr>
              <a:t>PROTECȚIE Business Email </a:t>
            </a:r>
            <a:r>
              <a:rPr lang="en-US" sz="2100" dirty="0" err="1">
                <a:solidFill>
                  <a:schemeClr val="dk1"/>
                </a:solidFill>
                <a:latin typeface="Montserrat Black"/>
                <a:ea typeface="Montserrat Black"/>
                <a:cs typeface="Montserrat Black"/>
                <a:sym typeface="Montserrat Black"/>
              </a:rPr>
              <a:t>Compromis</a:t>
            </a:r>
            <a:r>
              <a:rPr lang="en-US" sz="2100" dirty="0">
                <a:solidFill>
                  <a:schemeClr val="dk1"/>
                </a:solidFill>
                <a:latin typeface="Montserrat Black"/>
                <a:ea typeface="Montserrat Black"/>
                <a:cs typeface="Montserrat Black"/>
                <a:sym typeface="Montserrat Black"/>
              </a:rPr>
              <a:t> (BEC)</a:t>
            </a:r>
          </a:p>
        </p:txBody>
      </p:sp>
      <p:sp>
        <p:nvSpPr>
          <p:cNvPr id="558" name="Google Shape;558;p17"/>
          <p:cNvSpPr txBox="1"/>
          <p:nvPr/>
        </p:nvSpPr>
        <p:spPr>
          <a:xfrm>
            <a:off x="5164508" y="3407550"/>
            <a:ext cx="2874254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o-RO" sz="2100" dirty="0">
                <a:solidFill>
                  <a:schemeClr val="dk1"/>
                </a:solidFill>
                <a:latin typeface="Montserrat Black"/>
                <a:ea typeface="Montserrat Black"/>
                <a:cs typeface="Montserrat Black"/>
                <a:sym typeface="Montserrat Black"/>
              </a:rPr>
              <a:t>SPOOFING </a:t>
            </a:r>
          </a:p>
        </p:txBody>
      </p:sp>
      <p:sp>
        <p:nvSpPr>
          <p:cNvPr id="559" name="Google Shape;559;p17"/>
          <p:cNvSpPr txBox="1"/>
          <p:nvPr/>
        </p:nvSpPr>
        <p:spPr>
          <a:xfrm>
            <a:off x="240118" y="1843551"/>
            <a:ext cx="2874253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o-RO" sz="2100" dirty="0">
                <a:solidFill>
                  <a:schemeClr val="dk1"/>
                </a:solidFill>
                <a:latin typeface="Montserrat Black"/>
                <a:ea typeface="Montserrat Black"/>
                <a:cs typeface="Montserrat Black"/>
                <a:sym typeface="Montserrat Black"/>
              </a:rPr>
              <a:t>Prompt </a:t>
            </a:r>
            <a:r>
              <a:rPr lang="ro-RO" sz="2100" dirty="0" err="1">
                <a:solidFill>
                  <a:schemeClr val="dk1"/>
                </a:solidFill>
                <a:latin typeface="Montserrat Black"/>
                <a:ea typeface="Montserrat Black"/>
                <a:cs typeface="Montserrat Black"/>
                <a:sym typeface="Montserrat Black"/>
              </a:rPr>
              <a:t>Injection</a:t>
            </a:r>
            <a:r>
              <a:rPr lang="ro-RO" sz="2100" dirty="0">
                <a:solidFill>
                  <a:schemeClr val="dk1"/>
                </a:solidFill>
                <a:latin typeface="Montserrat Black"/>
                <a:ea typeface="Montserrat Black"/>
                <a:cs typeface="Montserrat Black"/>
                <a:sym typeface="Montserrat Black"/>
              </a:rPr>
              <a:t>:</a:t>
            </a:r>
          </a:p>
        </p:txBody>
      </p:sp>
      <p:cxnSp>
        <p:nvCxnSpPr>
          <p:cNvPr id="560" name="Google Shape;560;p17"/>
          <p:cNvCxnSpPr>
            <a:cxnSpLocks/>
          </p:cNvCxnSpPr>
          <p:nvPr/>
        </p:nvCxnSpPr>
        <p:spPr>
          <a:xfrm flipH="1">
            <a:off x="3231155" y="2800350"/>
            <a:ext cx="495600" cy="607200"/>
          </a:xfrm>
          <a:prstGeom prst="bentConnector3">
            <a:avLst>
              <a:gd name="adj1" fmla="val 50008"/>
            </a:avLst>
          </a:prstGeom>
          <a:noFill/>
          <a:ln w="19050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562" name="Google Shape;562;p17"/>
          <p:cNvCxnSpPr>
            <a:cxnSpLocks/>
          </p:cNvCxnSpPr>
          <p:nvPr/>
        </p:nvCxnSpPr>
        <p:spPr>
          <a:xfrm rot="10800000">
            <a:off x="3231155" y="2193150"/>
            <a:ext cx="495600" cy="607200"/>
          </a:xfrm>
          <a:prstGeom prst="bentConnector3">
            <a:avLst>
              <a:gd name="adj1" fmla="val 50008"/>
            </a:avLst>
          </a:prstGeom>
          <a:noFill/>
          <a:ln w="19050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563" name="Google Shape;563;p17"/>
          <p:cNvCxnSpPr>
            <a:cxnSpLocks/>
          </p:cNvCxnSpPr>
          <p:nvPr/>
        </p:nvCxnSpPr>
        <p:spPr>
          <a:xfrm>
            <a:off x="5078259" y="2800350"/>
            <a:ext cx="495300" cy="607200"/>
          </a:xfrm>
          <a:prstGeom prst="bentConnector3">
            <a:avLst>
              <a:gd name="adj1" fmla="val 50008"/>
            </a:avLst>
          </a:prstGeom>
          <a:noFill/>
          <a:ln w="19050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564" name="Google Shape;564;p17"/>
          <p:cNvCxnSpPr>
            <a:cxnSpLocks/>
          </p:cNvCxnSpPr>
          <p:nvPr/>
        </p:nvCxnSpPr>
        <p:spPr>
          <a:xfrm rot="10800000" flipH="1">
            <a:off x="5078259" y="2193150"/>
            <a:ext cx="495300" cy="607200"/>
          </a:xfrm>
          <a:prstGeom prst="bentConnector3">
            <a:avLst>
              <a:gd name="adj1" fmla="val 50008"/>
            </a:avLst>
          </a:prstGeom>
          <a:noFill/>
          <a:ln w="19050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2" name="Google Shape;560;p17">
            <a:extLst>
              <a:ext uri="{FF2B5EF4-FFF2-40B4-BE49-F238E27FC236}">
                <a16:creationId xmlns:a16="http://schemas.microsoft.com/office/drawing/2014/main" id="{0FB3ADEC-FE27-CFD8-A935-D85DBE8A8965}"/>
              </a:ext>
            </a:extLst>
          </p:cNvPr>
          <p:cNvCxnSpPr>
            <a:cxnSpLocks/>
          </p:cNvCxnSpPr>
          <p:nvPr/>
        </p:nvCxnSpPr>
        <p:spPr>
          <a:xfrm rot="5400000">
            <a:off x="3318163" y="1810935"/>
            <a:ext cx="1456398" cy="522432"/>
          </a:xfrm>
          <a:prstGeom prst="bentConnector3">
            <a:avLst>
              <a:gd name="adj1" fmla="val 50000"/>
            </a:avLst>
          </a:prstGeom>
          <a:noFill/>
          <a:ln w="19050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5" name="Google Shape;560;p17">
            <a:extLst>
              <a:ext uri="{FF2B5EF4-FFF2-40B4-BE49-F238E27FC236}">
                <a16:creationId xmlns:a16="http://schemas.microsoft.com/office/drawing/2014/main" id="{ABA04C0B-5921-EC98-0773-D2F5EF54F235}"/>
              </a:ext>
            </a:extLst>
          </p:cNvPr>
          <p:cNvCxnSpPr>
            <a:cxnSpLocks/>
          </p:cNvCxnSpPr>
          <p:nvPr/>
        </p:nvCxnSpPr>
        <p:spPr>
          <a:xfrm rot="16200000" flipH="1">
            <a:off x="3984293" y="1784020"/>
            <a:ext cx="1456400" cy="576264"/>
          </a:xfrm>
          <a:prstGeom prst="bentConnector3">
            <a:avLst>
              <a:gd name="adj1" fmla="val 50000"/>
            </a:avLst>
          </a:prstGeom>
          <a:noFill/>
          <a:ln w="19050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6" name="Google Shape;746;p24"/>
          <p:cNvSpPr txBox="1">
            <a:spLocks noGrp="1"/>
          </p:cNvSpPr>
          <p:nvPr>
            <p:ph type="title"/>
          </p:nvPr>
        </p:nvSpPr>
        <p:spPr>
          <a:xfrm>
            <a:off x="719848" y="400851"/>
            <a:ext cx="7704000" cy="576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u="sng" dirty="0"/>
              <a:t>Solutii</a:t>
            </a:r>
            <a:endParaRPr u="sng" dirty="0"/>
          </a:p>
        </p:txBody>
      </p:sp>
      <p:cxnSp>
        <p:nvCxnSpPr>
          <p:cNvPr id="754" name="Google Shape;754;p24"/>
          <p:cNvCxnSpPr>
            <a:cxnSpLocks/>
          </p:cNvCxnSpPr>
          <p:nvPr/>
        </p:nvCxnSpPr>
        <p:spPr>
          <a:xfrm>
            <a:off x="1240751" y="2583372"/>
            <a:ext cx="0" cy="323700"/>
          </a:xfrm>
          <a:prstGeom prst="straightConnector1">
            <a:avLst/>
          </a:prstGeom>
          <a:noFill/>
          <a:ln w="19050" cap="flat" cmpd="sng">
            <a:solidFill>
              <a:schemeClr val="dk2"/>
            </a:solidFill>
            <a:prstDash val="solid"/>
            <a:round/>
            <a:headEnd type="none" w="med" len="med"/>
            <a:tailEnd type="diamond" w="med" len="med"/>
          </a:ln>
        </p:spPr>
      </p:cxnSp>
      <p:cxnSp>
        <p:nvCxnSpPr>
          <p:cNvPr id="813" name="Google Shape;813;p24"/>
          <p:cNvCxnSpPr>
            <a:cxnSpLocks/>
          </p:cNvCxnSpPr>
          <p:nvPr/>
        </p:nvCxnSpPr>
        <p:spPr>
          <a:xfrm>
            <a:off x="2358375" y="1814926"/>
            <a:ext cx="890225" cy="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med" len="med"/>
            <a:tailEnd type="diamond" w="med" len="med"/>
          </a:ln>
        </p:spPr>
      </p:cxnSp>
      <p:sp>
        <p:nvSpPr>
          <p:cNvPr id="817" name="Google Shape;817;p24"/>
          <p:cNvSpPr txBox="1"/>
          <p:nvPr/>
        </p:nvSpPr>
        <p:spPr>
          <a:xfrm>
            <a:off x="5779751" y="3923915"/>
            <a:ext cx="1986000" cy="54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dirty="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4" name="Google Shape;752;p24">
            <a:extLst>
              <a:ext uri="{FF2B5EF4-FFF2-40B4-BE49-F238E27FC236}">
                <a16:creationId xmlns:a16="http://schemas.microsoft.com/office/drawing/2014/main" id="{415C6C1E-236C-F798-FB3E-F9652319EE6B}"/>
              </a:ext>
            </a:extLst>
          </p:cNvPr>
          <p:cNvSpPr/>
          <p:nvPr/>
        </p:nvSpPr>
        <p:spPr>
          <a:xfrm rot="5400000">
            <a:off x="524766" y="909226"/>
            <a:ext cx="1431970" cy="1892503"/>
          </a:xfrm>
          <a:prstGeom prst="hexagon">
            <a:avLst>
              <a:gd name="adj" fmla="val 25000"/>
              <a:gd name="vf" fmla="val 115470"/>
            </a:avLst>
          </a:prstGeom>
          <a:solidFill>
            <a:srgbClr val="733C9B">
              <a:alpha val="33020"/>
            </a:srgbClr>
          </a:solidFill>
          <a:ln w="1905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cxnSp>
        <p:nvCxnSpPr>
          <p:cNvPr id="6" name="Google Shape;813;p24">
            <a:extLst>
              <a:ext uri="{FF2B5EF4-FFF2-40B4-BE49-F238E27FC236}">
                <a16:creationId xmlns:a16="http://schemas.microsoft.com/office/drawing/2014/main" id="{8C5CB25D-3AFD-6E03-17B0-1471AF4577BC}"/>
              </a:ext>
            </a:extLst>
          </p:cNvPr>
          <p:cNvCxnSpPr>
            <a:cxnSpLocks/>
          </p:cNvCxnSpPr>
          <p:nvPr/>
        </p:nvCxnSpPr>
        <p:spPr>
          <a:xfrm>
            <a:off x="5586795" y="1814926"/>
            <a:ext cx="890225" cy="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med" len="med"/>
            <a:tailEnd type="diamond" w="med" len="med"/>
          </a:ln>
        </p:spPr>
      </p:cxnSp>
      <p:sp>
        <p:nvSpPr>
          <p:cNvPr id="8" name="Google Shape;752;p24">
            <a:extLst>
              <a:ext uri="{FF2B5EF4-FFF2-40B4-BE49-F238E27FC236}">
                <a16:creationId xmlns:a16="http://schemas.microsoft.com/office/drawing/2014/main" id="{F7904424-D4E5-2738-B211-2FB28DBAF1F7}"/>
              </a:ext>
            </a:extLst>
          </p:cNvPr>
          <p:cNvSpPr/>
          <p:nvPr/>
        </p:nvSpPr>
        <p:spPr>
          <a:xfrm rot="5400000">
            <a:off x="3701713" y="868674"/>
            <a:ext cx="1431970" cy="1892503"/>
          </a:xfrm>
          <a:prstGeom prst="hexagon">
            <a:avLst>
              <a:gd name="adj" fmla="val 25000"/>
              <a:gd name="vf" fmla="val 115470"/>
            </a:avLst>
          </a:prstGeom>
          <a:solidFill>
            <a:srgbClr val="733C9B">
              <a:alpha val="33020"/>
            </a:srgbClr>
          </a:solidFill>
          <a:ln w="1905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9" name="Google Shape;752;p24">
            <a:extLst>
              <a:ext uri="{FF2B5EF4-FFF2-40B4-BE49-F238E27FC236}">
                <a16:creationId xmlns:a16="http://schemas.microsoft.com/office/drawing/2014/main" id="{90355068-75F1-3FC9-A2CB-BA9BD62AC037}"/>
              </a:ext>
            </a:extLst>
          </p:cNvPr>
          <p:cNvSpPr/>
          <p:nvPr/>
        </p:nvSpPr>
        <p:spPr>
          <a:xfrm rot="5400000">
            <a:off x="7003017" y="902869"/>
            <a:ext cx="1431970" cy="1892503"/>
          </a:xfrm>
          <a:prstGeom prst="hexagon">
            <a:avLst>
              <a:gd name="adj" fmla="val 25000"/>
              <a:gd name="vf" fmla="val 115470"/>
            </a:avLst>
          </a:prstGeom>
          <a:solidFill>
            <a:srgbClr val="733C9B">
              <a:alpha val="33020"/>
            </a:srgbClr>
          </a:solidFill>
          <a:ln w="1905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10" name="CasetăText 9">
            <a:extLst>
              <a:ext uri="{FF2B5EF4-FFF2-40B4-BE49-F238E27FC236}">
                <a16:creationId xmlns:a16="http://schemas.microsoft.com/office/drawing/2014/main" id="{20CC58F9-CA9F-C904-3C4B-3C107A0D00B6}"/>
              </a:ext>
            </a:extLst>
          </p:cNvPr>
          <p:cNvSpPr txBox="1"/>
          <p:nvPr/>
        </p:nvSpPr>
        <p:spPr>
          <a:xfrm>
            <a:off x="3419972" y="1301989"/>
            <a:ext cx="2023402" cy="921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o-RO" sz="1600" dirty="0">
                <a:solidFill>
                  <a:schemeClr val="dk1"/>
                </a:solidFill>
                <a:latin typeface="Montserrat Black"/>
                <a:ea typeface="Montserrat Black"/>
                <a:cs typeface="Montserrat Black"/>
                <a:sym typeface="Montserrat Black"/>
              </a:rPr>
              <a:t>Fraudele Business Email Compromise </a:t>
            </a:r>
          </a:p>
        </p:txBody>
      </p:sp>
      <p:sp>
        <p:nvSpPr>
          <p:cNvPr id="11" name="CasetăText 10">
            <a:extLst>
              <a:ext uri="{FF2B5EF4-FFF2-40B4-BE49-F238E27FC236}">
                <a16:creationId xmlns:a16="http://schemas.microsoft.com/office/drawing/2014/main" id="{85A1E203-C282-4F17-A653-A9FCFE4D00DF}"/>
              </a:ext>
            </a:extLst>
          </p:cNvPr>
          <p:cNvSpPr txBox="1"/>
          <p:nvPr/>
        </p:nvSpPr>
        <p:spPr>
          <a:xfrm>
            <a:off x="6732195" y="1494004"/>
            <a:ext cx="2023402" cy="6385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o-RO" sz="1600" dirty="0">
                <a:solidFill>
                  <a:schemeClr val="dk1"/>
                </a:solidFill>
                <a:latin typeface="Montserrat Black"/>
                <a:ea typeface="Montserrat Black"/>
                <a:cs typeface="Montserrat Black"/>
                <a:sym typeface="Montserrat Black"/>
              </a:rPr>
              <a:t>Prompt </a:t>
            </a:r>
            <a:r>
              <a:rPr lang="ro-RO" sz="1600" dirty="0" err="1">
                <a:solidFill>
                  <a:schemeClr val="dk1"/>
                </a:solidFill>
                <a:latin typeface="Montserrat Black"/>
                <a:ea typeface="Montserrat Black"/>
                <a:cs typeface="Montserrat Black"/>
                <a:sym typeface="Montserrat Black"/>
              </a:rPr>
              <a:t>injection</a:t>
            </a:r>
            <a:endParaRPr lang="ro-RO" sz="1600" dirty="0">
              <a:solidFill>
                <a:schemeClr val="dk1"/>
              </a:solidFill>
              <a:latin typeface="Montserrat Black"/>
              <a:ea typeface="Montserrat Black"/>
              <a:cs typeface="Montserrat Black"/>
              <a:sym typeface="Montserrat Black"/>
            </a:endParaRPr>
          </a:p>
        </p:txBody>
      </p:sp>
      <p:sp>
        <p:nvSpPr>
          <p:cNvPr id="3" name="CasetăText 2">
            <a:extLst>
              <a:ext uri="{FF2B5EF4-FFF2-40B4-BE49-F238E27FC236}">
                <a16:creationId xmlns:a16="http://schemas.microsoft.com/office/drawing/2014/main" id="{90324A76-8483-DE39-5233-50B9F025F3C4}"/>
              </a:ext>
            </a:extLst>
          </p:cNvPr>
          <p:cNvSpPr txBox="1"/>
          <p:nvPr/>
        </p:nvSpPr>
        <p:spPr>
          <a:xfrm>
            <a:off x="207386" y="1564503"/>
            <a:ext cx="2023402" cy="6385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o-RO" sz="1600" dirty="0" err="1">
                <a:solidFill>
                  <a:schemeClr val="dk1"/>
                </a:solidFill>
                <a:latin typeface="Montserrat Black"/>
                <a:ea typeface="Montserrat Black"/>
                <a:cs typeface="Montserrat Black"/>
                <a:sym typeface="Montserrat Black"/>
              </a:rPr>
              <a:t>Phishing</a:t>
            </a:r>
            <a:r>
              <a:rPr lang="en-US" sz="1600" dirty="0">
                <a:solidFill>
                  <a:schemeClr val="dk1"/>
                </a:solidFill>
                <a:latin typeface="Montserrat Black"/>
                <a:ea typeface="Montserrat Black"/>
                <a:cs typeface="Montserrat Black"/>
                <a:sym typeface="Montserrat Black"/>
              </a:rPr>
              <a:t> &amp;</a:t>
            </a:r>
            <a:r>
              <a:rPr lang="ro-RO" sz="1600" dirty="0">
                <a:solidFill>
                  <a:schemeClr val="dk1"/>
                </a:solidFill>
                <a:latin typeface="Montserrat Black"/>
                <a:ea typeface="Montserrat Black"/>
                <a:cs typeface="Montserrat Black"/>
                <a:sym typeface="Montserrat Black"/>
              </a:rPr>
              <a:t> </a:t>
            </a:r>
            <a:r>
              <a:rPr lang="ro-RO" sz="1600" dirty="0" err="1">
                <a:solidFill>
                  <a:schemeClr val="dk1"/>
                </a:solidFill>
                <a:latin typeface="Montserrat Black"/>
                <a:ea typeface="Montserrat Black"/>
                <a:cs typeface="Montserrat Black"/>
                <a:sym typeface="Montserrat Black"/>
              </a:rPr>
              <a:t>Spoofing</a:t>
            </a:r>
            <a:r>
              <a:rPr lang="ro-RO" sz="1600" dirty="0">
                <a:solidFill>
                  <a:schemeClr val="dk1"/>
                </a:solidFill>
                <a:latin typeface="Montserrat Black"/>
                <a:ea typeface="Montserrat Black"/>
                <a:cs typeface="Montserrat Black"/>
                <a:sym typeface="Montserrat Black"/>
              </a:rPr>
              <a:t> </a:t>
            </a:r>
          </a:p>
        </p:txBody>
      </p:sp>
      <p:sp>
        <p:nvSpPr>
          <p:cNvPr id="13" name="CasetăText 12">
            <a:extLst>
              <a:ext uri="{FF2B5EF4-FFF2-40B4-BE49-F238E27FC236}">
                <a16:creationId xmlns:a16="http://schemas.microsoft.com/office/drawing/2014/main" id="{4331EA04-33DC-4EA0-BD16-9088DF2DA1D3}"/>
              </a:ext>
            </a:extLst>
          </p:cNvPr>
          <p:cNvSpPr txBox="1"/>
          <p:nvPr/>
        </p:nvSpPr>
        <p:spPr>
          <a:xfrm>
            <a:off x="207386" y="3006666"/>
            <a:ext cx="2023402" cy="6385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o-RO" sz="1600" dirty="0">
                <a:solidFill>
                  <a:schemeClr val="dk1"/>
                </a:solidFill>
                <a:latin typeface="Montserrat Black"/>
                <a:ea typeface="Montserrat Black"/>
                <a:cs typeface="Montserrat Black"/>
                <a:sym typeface="Montserrat Black"/>
              </a:rPr>
              <a:t>analiza linkurilor </a:t>
            </a:r>
          </a:p>
        </p:txBody>
      </p:sp>
      <p:cxnSp>
        <p:nvCxnSpPr>
          <p:cNvPr id="14" name="Google Shape;754;p24">
            <a:extLst>
              <a:ext uri="{FF2B5EF4-FFF2-40B4-BE49-F238E27FC236}">
                <a16:creationId xmlns:a16="http://schemas.microsoft.com/office/drawing/2014/main" id="{328E4342-BE70-8CF4-DEEB-A8E381664871}"/>
              </a:ext>
            </a:extLst>
          </p:cNvPr>
          <p:cNvCxnSpPr>
            <a:cxnSpLocks/>
          </p:cNvCxnSpPr>
          <p:nvPr/>
        </p:nvCxnSpPr>
        <p:spPr>
          <a:xfrm>
            <a:off x="1240751" y="3744768"/>
            <a:ext cx="0" cy="323700"/>
          </a:xfrm>
          <a:prstGeom prst="straightConnector1">
            <a:avLst/>
          </a:prstGeom>
          <a:noFill/>
          <a:ln w="19050" cap="flat" cmpd="sng">
            <a:solidFill>
              <a:schemeClr val="dk2"/>
            </a:solidFill>
            <a:prstDash val="solid"/>
            <a:round/>
            <a:headEnd type="none" w="med" len="med"/>
            <a:tailEnd type="diamond" w="med" len="med"/>
          </a:ln>
        </p:spPr>
      </p:cxnSp>
      <p:sp>
        <p:nvSpPr>
          <p:cNvPr id="15" name="CasetăText 14">
            <a:extLst>
              <a:ext uri="{FF2B5EF4-FFF2-40B4-BE49-F238E27FC236}">
                <a16:creationId xmlns:a16="http://schemas.microsoft.com/office/drawing/2014/main" id="{5468CF9F-5025-1D5A-A456-4E06D2150FEA}"/>
              </a:ext>
            </a:extLst>
          </p:cNvPr>
          <p:cNvSpPr txBox="1"/>
          <p:nvPr/>
        </p:nvSpPr>
        <p:spPr>
          <a:xfrm>
            <a:off x="207386" y="4153361"/>
            <a:ext cx="2023402" cy="6385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dirty="0">
                <a:solidFill>
                  <a:schemeClr val="dk1"/>
                </a:solidFill>
                <a:latin typeface="Montserrat Black"/>
                <a:ea typeface="Montserrat Black"/>
                <a:cs typeface="Montserrat Black"/>
                <a:sym typeface="Montserrat Black"/>
              </a:rPr>
              <a:t>a</a:t>
            </a:r>
            <a:r>
              <a:rPr lang="ro-RO" sz="1600" dirty="0" err="1">
                <a:solidFill>
                  <a:schemeClr val="dk1"/>
                </a:solidFill>
                <a:latin typeface="Montserrat Black"/>
                <a:ea typeface="Montserrat Black"/>
                <a:cs typeface="Montserrat Black"/>
                <a:sym typeface="Montserrat Black"/>
              </a:rPr>
              <a:t>vertizarea</a:t>
            </a:r>
            <a:r>
              <a:rPr lang="en-US" sz="1600" dirty="0">
                <a:solidFill>
                  <a:schemeClr val="dk1"/>
                </a:solidFill>
                <a:latin typeface="Montserrat Black"/>
                <a:ea typeface="Montserrat Black"/>
                <a:cs typeface="Montserrat Black"/>
                <a:sym typeface="Montserrat Black"/>
              </a:rPr>
              <a:t> </a:t>
            </a:r>
            <a:r>
              <a:rPr lang="en-US" sz="1600" dirty="0" err="1">
                <a:solidFill>
                  <a:schemeClr val="dk1"/>
                </a:solidFill>
                <a:latin typeface="Montserrat Black"/>
                <a:ea typeface="Montserrat Black"/>
                <a:cs typeface="Montserrat Black"/>
                <a:sym typeface="Montserrat Black"/>
              </a:rPr>
              <a:t>utilizatorului</a:t>
            </a:r>
            <a:endParaRPr lang="ro-RO" sz="1600" dirty="0">
              <a:solidFill>
                <a:schemeClr val="dk1"/>
              </a:solidFill>
              <a:latin typeface="Montserrat Black"/>
              <a:ea typeface="Montserrat Black"/>
              <a:cs typeface="Montserrat Black"/>
              <a:sym typeface="Montserrat Black"/>
            </a:endParaRPr>
          </a:p>
        </p:txBody>
      </p:sp>
      <p:cxnSp>
        <p:nvCxnSpPr>
          <p:cNvPr id="17" name="Google Shape;754;p24">
            <a:extLst>
              <a:ext uri="{FF2B5EF4-FFF2-40B4-BE49-F238E27FC236}">
                <a16:creationId xmlns:a16="http://schemas.microsoft.com/office/drawing/2014/main" id="{BA95284A-557D-3C8C-8781-9AD6E421851B}"/>
              </a:ext>
            </a:extLst>
          </p:cNvPr>
          <p:cNvCxnSpPr>
            <a:cxnSpLocks/>
          </p:cNvCxnSpPr>
          <p:nvPr/>
        </p:nvCxnSpPr>
        <p:spPr>
          <a:xfrm>
            <a:off x="4417698" y="2530911"/>
            <a:ext cx="0" cy="323700"/>
          </a:xfrm>
          <a:prstGeom prst="straightConnector1">
            <a:avLst/>
          </a:prstGeom>
          <a:noFill/>
          <a:ln w="19050" cap="flat" cmpd="sng">
            <a:solidFill>
              <a:schemeClr val="dk2"/>
            </a:solidFill>
            <a:prstDash val="solid"/>
            <a:round/>
            <a:headEnd type="none" w="med" len="med"/>
            <a:tailEnd type="diamond" w="med" len="med"/>
          </a:ln>
        </p:spPr>
      </p:cxnSp>
      <p:sp>
        <p:nvSpPr>
          <p:cNvPr id="18" name="CasetăText 17">
            <a:extLst>
              <a:ext uri="{FF2B5EF4-FFF2-40B4-BE49-F238E27FC236}">
                <a16:creationId xmlns:a16="http://schemas.microsoft.com/office/drawing/2014/main" id="{AC6A0FC7-0DDB-746B-C99E-254AF9AD5DE6}"/>
              </a:ext>
            </a:extLst>
          </p:cNvPr>
          <p:cNvSpPr txBox="1"/>
          <p:nvPr/>
        </p:nvSpPr>
        <p:spPr>
          <a:xfrm>
            <a:off x="3444959" y="2859457"/>
            <a:ext cx="2023402" cy="6385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o-RO" sz="1600" dirty="0">
                <a:solidFill>
                  <a:schemeClr val="dk1"/>
                </a:solidFill>
                <a:latin typeface="Montserrat Black"/>
                <a:ea typeface="Montserrat Black"/>
                <a:cs typeface="Montserrat Black"/>
                <a:sym typeface="Montserrat Black"/>
              </a:rPr>
              <a:t>analiza conținutului </a:t>
            </a:r>
          </a:p>
        </p:txBody>
      </p:sp>
      <p:cxnSp>
        <p:nvCxnSpPr>
          <p:cNvPr id="20" name="Google Shape;754;p24">
            <a:extLst>
              <a:ext uri="{FF2B5EF4-FFF2-40B4-BE49-F238E27FC236}">
                <a16:creationId xmlns:a16="http://schemas.microsoft.com/office/drawing/2014/main" id="{A13D1C9E-5E35-F712-47F9-5FEED03CC418}"/>
              </a:ext>
            </a:extLst>
          </p:cNvPr>
          <p:cNvCxnSpPr>
            <a:cxnSpLocks/>
          </p:cNvCxnSpPr>
          <p:nvPr/>
        </p:nvCxnSpPr>
        <p:spPr>
          <a:xfrm>
            <a:off x="4431673" y="3723319"/>
            <a:ext cx="0" cy="323700"/>
          </a:xfrm>
          <a:prstGeom prst="straightConnector1">
            <a:avLst/>
          </a:prstGeom>
          <a:noFill/>
          <a:ln w="19050" cap="flat" cmpd="sng">
            <a:solidFill>
              <a:schemeClr val="dk2"/>
            </a:solidFill>
            <a:prstDash val="solid"/>
            <a:round/>
            <a:headEnd type="none" w="med" len="med"/>
            <a:tailEnd type="diamond" w="med" len="med"/>
          </a:ln>
        </p:spPr>
      </p:cxnSp>
      <p:cxnSp>
        <p:nvCxnSpPr>
          <p:cNvPr id="21" name="Google Shape;754;p24">
            <a:extLst>
              <a:ext uri="{FF2B5EF4-FFF2-40B4-BE49-F238E27FC236}">
                <a16:creationId xmlns:a16="http://schemas.microsoft.com/office/drawing/2014/main" id="{CF64A966-CAFE-10B3-C012-5B45C0EB161A}"/>
              </a:ext>
            </a:extLst>
          </p:cNvPr>
          <p:cNvCxnSpPr>
            <a:cxnSpLocks/>
          </p:cNvCxnSpPr>
          <p:nvPr/>
        </p:nvCxnSpPr>
        <p:spPr>
          <a:xfrm>
            <a:off x="7715898" y="2571463"/>
            <a:ext cx="0" cy="323700"/>
          </a:xfrm>
          <a:prstGeom prst="straightConnector1">
            <a:avLst/>
          </a:prstGeom>
          <a:noFill/>
          <a:ln w="19050" cap="flat" cmpd="sng">
            <a:solidFill>
              <a:schemeClr val="dk2"/>
            </a:solidFill>
            <a:prstDash val="solid"/>
            <a:round/>
            <a:headEnd type="none" w="med" len="med"/>
            <a:tailEnd type="diamond" w="med" len="med"/>
          </a:ln>
        </p:spPr>
      </p:cxnSp>
      <p:sp>
        <p:nvSpPr>
          <p:cNvPr id="22" name="CasetăText 21">
            <a:extLst>
              <a:ext uri="{FF2B5EF4-FFF2-40B4-BE49-F238E27FC236}">
                <a16:creationId xmlns:a16="http://schemas.microsoft.com/office/drawing/2014/main" id="{C72263F4-E6A6-22D3-44FD-F107C9DBAAD4}"/>
              </a:ext>
            </a:extLst>
          </p:cNvPr>
          <p:cNvSpPr txBox="1"/>
          <p:nvPr/>
        </p:nvSpPr>
        <p:spPr>
          <a:xfrm>
            <a:off x="6641852" y="2987987"/>
            <a:ext cx="2023402" cy="3553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dirty="0" err="1">
                <a:solidFill>
                  <a:schemeClr val="dk1"/>
                </a:solidFill>
                <a:latin typeface="Montserrat Black"/>
                <a:ea typeface="Montserrat Black"/>
                <a:cs typeface="Montserrat Black"/>
                <a:sym typeface="Montserrat Black"/>
              </a:rPr>
              <a:t>scaneaza</a:t>
            </a:r>
            <a:r>
              <a:rPr lang="en-US" sz="1600" dirty="0">
                <a:solidFill>
                  <a:schemeClr val="dk1"/>
                </a:solidFill>
                <a:latin typeface="Montserrat Black"/>
                <a:ea typeface="Montserrat Black"/>
                <a:cs typeface="Montserrat Black"/>
                <a:sym typeface="Montserrat Black"/>
              </a:rPr>
              <a:t> </a:t>
            </a:r>
            <a:r>
              <a:rPr lang="en-US" sz="1600" dirty="0" err="1">
                <a:solidFill>
                  <a:schemeClr val="dk1"/>
                </a:solidFill>
                <a:latin typeface="Montserrat Black"/>
                <a:ea typeface="Montserrat Black"/>
                <a:cs typeface="Montserrat Black"/>
                <a:sym typeface="Montserrat Black"/>
              </a:rPr>
              <a:t>mailul</a:t>
            </a:r>
            <a:r>
              <a:rPr lang="en-US" sz="1600" dirty="0">
                <a:solidFill>
                  <a:schemeClr val="dk1"/>
                </a:solidFill>
                <a:latin typeface="Montserrat Black"/>
                <a:ea typeface="Montserrat Black"/>
                <a:cs typeface="Montserrat Black"/>
                <a:sym typeface="Montserrat Black"/>
              </a:rPr>
              <a:t> </a:t>
            </a:r>
            <a:endParaRPr lang="ro-RO" sz="1600" dirty="0">
              <a:solidFill>
                <a:schemeClr val="dk1"/>
              </a:solidFill>
              <a:latin typeface="Montserrat Black"/>
              <a:ea typeface="Montserrat Black"/>
              <a:cs typeface="Montserrat Black"/>
              <a:sym typeface="Montserrat Black"/>
            </a:endParaRPr>
          </a:p>
        </p:txBody>
      </p:sp>
      <p:cxnSp>
        <p:nvCxnSpPr>
          <p:cNvPr id="23" name="Google Shape;754;p24">
            <a:extLst>
              <a:ext uri="{FF2B5EF4-FFF2-40B4-BE49-F238E27FC236}">
                <a16:creationId xmlns:a16="http://schemas.microsoft.com/office/drawing/2014/main" id="{1AACB124-7A5C-5838-72CB-9D27B2C64241}"/>
              </a:ext>
            </a:extLst>
          </p:cNvPr>
          <p:cNvCxnSpPr>
            <a:cxnSpLocks/>
          </p:cNvCxnSpPr>
          <p:nvPr/>
        </p:nvCxnSpPr>
        <p:spPr>
          <a:xfrm>
            <a:off x="7761947" y="3645174"/>
            <a:ext cx="0" cy="323700"/>
          </a:xfrm>
          <a:prstGeom prst="straightConnector1">
            <a:avLst/>
          </a:prstGeom>
          <a:noFill/>
          <a:ln w="19050" cap="flat" cmpd="sng">
            <a:solidFill>
              <a:schemeClr val="dk2"/>
            </a:solidFill>
            <a:prstDash val="solid"/>
            <a:round/>
            <a:headEnd type="none" w="med" len="med"/>
            <a:tailEnd type="diamond" w="med" len="med"/>
          </a:ln>
        </p:spPr>
      </p:cxnSp>
      <p:sp>
        <p:nvSpPr>
          <p:cNvPr id="24" name="CasetăText 23">
            <a:extLst>
              <a:ext uri="{FF2B5EF4-FFF2-40B4-BE49-F238E27FC236}">
                <a16:creationId xmlns:a16="http://schemas.microsoft.com/office/drawing/2014/main" id="{1C1D1549-3F07-3D43-4FA4-E9B5433BCD4C}"/>
              </a:ext>
            </a:extLst>
          </p:cNvPr>
          <p:cNvSpPr txBox="1"/>
          <p:nvPr/>
        </p:nvSpPr>
        <p:spPr>
          <a:xfrm>
            <a:off x="6704197" y="4082488"/>
            <a:ext cx="2023402" cy="921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o-RO" sz="1600" dirty="0">
                <a:solidFill>
                  <a:schemeClr val="dk1"/>
                </a:solidFill>
                <a:latin typeface="Montserrat Black"/>
                <a:ea typeface="Montserrat Black"/>
                <a:cs typeface="Montserrat Black"/>
                <a:sym typeface="Montserrat Black"/>
              </a:rPr>
              <a:t>blochează instrucțiunile riscante</a:t>
            </a:r>
          </a:p>
        </p:txBody>
      </p:sp>
      <p:sp>
        <p:nvSpPr>
          <p:cNvPr id="25" name="CasetăText 24">
            <a:extLst>
              <a:ext uri="{FF2B5EF4-FFF2-40B4-BE49-F238E27FC236}">
                <a16:creationId xmlns:a16="http://schemas.microsoft.com/office/drawing/2014/main" id="{C1ED1658-867B-47CC-6331-70DC40844CCA}"/>
              </a:ext>
            </a:extLst>
          </p:cNvPr>
          <p:cNvSpPr txBox="1"/>
          <p:nvPr/>
        </p:nvSpPr>
        <p:spPr>
          <a:xfrm>
            <a:off x="3364250" y="4201942"/>
            <a:ext cx="2023402" cy="6385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dirty="0">
                <a:solidFill>
                  <a:schemeClr val="dk1"/>
                </a:solidFill>
                <a:latin typeface="Montserrat Black"/>
                <a:ea typeface="Montserrat Black"/>
                <a:cs typeface="Montserrat Black"/>
                <a:sym typeface="Montserrat Black"/>
              </a:rPr>
              <a:t>a</a:t>
            </a:r>
            <a:r>
              <a:rPr lang="ro-RO" sz="1600" dirty="0" err="1">
                <a:solidFill>
                  <a:schemeClr val="dk1"/>
                </a:solidFill>
                <a:latin typeface="Montserrat Black"/>
                <a:ea typeface="Montserrat Black"/>
                <a:cs typeface="Montserrat Black"/>
                <a:sym typeface="Montserrat Black"/>
              </a:rPr>
              <a:t>vertizarea</a:t>
            </a:r>
            <a:r>
              <a:rPr lang="en-US" sz="1600" dirty="0">
                <a:solidFill>
                  <a:schemeClr val="dk1"/>
                </a:solidFill>
                <a:latin typeface="Montserrat Black"/>
                <a:ea typeface="Montserrat Black"/>
                <a:cs typeface="Montserrat Black"/>
                <a:sym typeface="Montserrat Black"/>
              </a:rPr>
              <a:t> </a:t>
            </a:r>
            <a:r>
              <a:rPr lang="en-US" sz="1600" dirty="0" err="1">
                <a:solidFill>
                  <a:schemeClr val="dk1"/>
                </a:solidFill>
                <a:latin typeface="Montserrat Black"/>
                <a:ea typeface="Montserrat Black"/>
                <a:cs typeface="Montserrat Black"/>
                <a:sym typeface="Montserrat Black"/>
              </a:rPr>
              <a:t>automată</a:t>
            </a:r>
            <a:endParaRPr lang="ro-RO" sz="1600" dirty="0">
              <a:solidFill>
                <a:schemeClr val="dk1"/>
              </a:solidFill>
              <a:latin typeface="Montserrat Black"/>
              <a:ea typeface="Montserrat Black"/>
              <a:cs typeface="Montserrat Black"/>
              <a:sym typeface="Montserrat Black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2" name="Google Shape;612;p20"/>
          <p:cNvSpPr txBox="1">
            <a:spLocks noGrp="1"/>
          </p:cNvSpPr>
          <p:nvPr>
            <p:ph type="title"/>
          </p:nvPr>
        </p:nvSpPr>
        <p:spPr>
          <a:xfrm>
            <a:off x="3514000" y="320171"/>
            <a:ext cx="7704000" cy="576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b="1" u="sng" dirty="0">
                <a:effectLst>
                  <a:glow rad="939800">
                    <a:srgbClr val="7B60F4">
                      <a:alpha val="48000"/>
                    </a:srgbClr>
                  </a:glow>
                </a:effectLst>
              </a:rPr>
              <a:t>Produs</a:t>
            </a:r>
            <a:endParaRPr b="1" u="sng" dirty="0">
              <a:effectLst>
                <a:glow rad="939800">
                  <a:srgbClr val="7B60F4">
                    <a:alpha val="48000"/>
                  </a:srgbClr>
                </a:glow>
              </a:effectLst>
            </a:endParaRPr>
          </a:p>
        </p:txBody>
      </p:sp>
      <p:sp>
        <p:nvSpPr>
          <p:cNvPr id="617" name="Google Shape;617;p20"/>
          <p:cNvSpPr txBox="1"/>
          <p:nvPr/>
        </p:nvSpPr>
        <p:spPr>
          <a:xfrm>
            <a:off x="6287696" y="1775495"/>
            <a:ext cx="2406556" cy="7208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dirty="0">
                <a:ln w="3175">
                  <a:solidFill>
                    <a:schemeClr val="tx1">
                      <a:alpha val="55000"/>
                    </a:schemeClr>
                  </a:solidFill>
                </a:ln>
                <a:solidFill>
                  <a:srgbClr val="7B60F4"/>
                </a:solidFill>
                <a:effectLst/>
                <a:latin typeface="Montserrat Black"/>
                <a:ea typeface="Montserrat Black"/>
                <a:cs typeface="Montserrat Black"/>
                <a:sym typeface="Montserrat Black"/>
              </a:rPr>
              <a:t>E</a:t>
            </a:r>
            <a:r>
              <a:rPr lang="ro-RO" sz="2100" dirty="0" err="1">
                <a:ln w="3175">
                  <a:solidFill>
                    <a:schemeClr val="tx1">
                      <a:alpha val="55000"/>
                    </a:schemeClr>
                  </a:solidFill>
                </a:ln>
                <a:solidFill>
                  <a:srgbClr val="7B60F4"/>
                </a:solidFill>
                <a:effectLst/>
                <a:latin typeface="Montserrat Black"/>
                <a:ea typeface="Montserrat Black"/>
                <a:cs typeface="Montserrat Black"/>
                <a:sym typeface="Montserrat Black"/>
              </a:rPr>
              <a:t>xtensia</a:t>
            </a:r>
            <a:r>
              <a:rPr lang="en-US" sz="2100" dirty="0">
                <a:ln w="3175">
                  <a:solidFill>
                    <a:schemeClr val="tx1">
                      <a:alpha val="55000"/>
                    </a:schemeClr>
                  </a:solidFill>
                </a:ln>
                <a:solidFill>
                  <a:srgbClr val="7B60F4"/>
                </a:solidFill>
                <a:effectLst/>
                <a:latin typeface="Montserrat Black"/>
                <a:ea typeface="Montserrat Black"/>
                <a:cs typeface="Montserrat Black"/>
                <a:sym typeface="Montserrat Black"/>
              </a:rPr>
              <a:t> de browser</a:t>
            </a:r>
            <a:endParaRPr sz="2100" dirty="0">
              <a:ln w="3175">
                <a:solidFill>
                  <a:schemeClr val="tx1">
                    <a:alpha val="55000"/>
                  </a:schemeClr>
                </a:solidFill>
              </a:ln>
              <a:solidFill>
                <a:srgbClr val="7B60F4"/>
              </a:solidFill>
              <a:effectLst/>
              <a:latin typeface="Montserrat Black"/>
              <a:ea typeface="Montserrat Black"/>
              <a:cs typeface="Montserrat Black"/>
              <a:sym typeface="Montserrat Black"/>
            </a:endParaRPr>
          </a:p>
        </p:txBody>
      </p:sp>
      <p:sp>
        <p:nvSpPr>
          <p:cNvPr id="619" name="Google Shape;619;p20"/>
          <p:cNvSpPr txBox="1"/>
          <p:nvPr/>
        </p:nvSpPr>
        <p:spPr>
          <a:xfrm>
            <a:off x="5949011" y="2922433"/>
            <a:ext cx="3083925" cy="109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228600" lvl="0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"/>
              <a:buChar char="●"/>
            </a:pPr>
            <a:r>
              <a:rPr lang="en" dirty="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Accesezi site-ul</a:t>
            </a:r>
            <a:endParaRPr dirty="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228600" lvl="0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"/>
              <a:buChar char="●"/>
            </a:pPr>
            <a:r>
              <a:rPr lang="en" dirty="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Cumperi produsul</a:t>
            </a:r>
            <a:endParaRPr dirty="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228600" lvl="0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"/>
              <a:buChar char="●"/>
            </a:pPr>
            <a:r>
              <a:rPr lang="en" dirty="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Iti ofera protectie automata</a:t>
            </a:r>
            <a:endParaRPr dirty="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3" name="Imagine 2">
            <a:extLst>
              <a:ext uri="{FF2B5EF4-FFF2-40B4-BE49-F238E27FC236}">
                <a16:creationId xmlns:a16="http://schemas.microsoft.com/office/drawing/2014/main" id="{55AECCDC-A625-3C9E-1FD0-CBDC1DEDF2D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9834" y="735171"/>
            <a:ext cx="5540220" cy="3673158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59" name="Google Shape;859;p25" title="Chart">
            <a:hlinkClick r:id="rId3"/>
          </p:cNvPr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536275" y="1902343"/>
            <a:ext cx="3275990" cy="2061928"/>
          </a:xfrm>
          <a:prstGeom prst="rect">
            <a:avLst/>
          </a:prstGeom>
          <a:noFill/>
          <a:ln>
            <a:noFill/>
          </a:ln>
        </p:spPr>
      </p:pic>
      <p:sp>
        <p:nvSpPr>
          <p:cNvPr id="860" name="Google Shape;860;p25"/>
          <p:cNvSpPr/>
          <p:nvPr/>
        </p:nvSpPr>
        <p:spPr>
          <a:xfrm>
            <a:off x="2611044" y="4153011"/>
            <a:ext cx="1477800" cy="226500"/>
          </a:xfrm>
          <a:prstGeom prst="roundRect">
            <a:avLst>
              <a:gd name="adj" fmla="val 50000"/>
            </a:avLst>
          </a:prstGeom>
          <a:solidFill>
            <a:srgbClr val="733C9B">
              <a:alpha val="33020"/>
            </a:srgbClr>
          </a:solidFill>
          <a:ln w="1905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61" name="Google Shape;861;p25"/>
          <p:cNvSpPr/>
          <p:nvPr/>
        </p:nvSpPr>
        <p:spPr>
          <a:xfrm>
            <a:off x="2611044" y="4156547"/>
            <a:ext cx="394200" cy="226500"/>
          </a:xfrm>
          <a:prstGeom prst="roundRect">
            <a:avLst>
              <a:gd name="adj" fmla="val 50000"/>
            </a:avLst>
          </a:prstGeom>
          <a:solidFill>
            <a:schemeClr val="dk2"/>
          </a:solidFill>
          <a:ln w="1905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62" name="Google Shape;862;p25"/>
          <p:cNvSpPr/>
          <p:nvPr/>
        </p:nvSpPr>
        <p:spPr>
          <a:xfrm>
            <a:off x="2611044" y="1537185"/>
            <a:ext cx="1477800" cy="226500"/>
          </a:xfrm>
          <a:prstGeom prst="roundRect">
            <a:avLst>
              <a:gd name="adj" fmla="val 50000"/>
            </a:avLst>
          </a:prstGeom>
          <a:solidFill>
            <a:srgbClr val="733C9B">
              <a:alpha val="33020"/>
            </a:srgbClr>
          </a:solidFill>
          <a:ln w="1905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63" name="Google Shape;863;p25"/>
          <p:cNvSpPr/>
          <p:nvPr/>
        </p:nvSpPr>
        <p:spPr>
          <a:xfrm>
            <a:off x="2611044" y="1537185"/>
            <a:ext cx="1191300" cy="226500"/>
          </a:xfrm>
          <a:prstGeom prst="roundRect">
            <a:avLst>
              <a:gd name="adj" fmla="val 50000"/>
            </a:avLst>
          </a:prstGeom>
          <a:solidFill>
            <a:schemeClr val="dk2"/>
          </a:solidFill>
          <a:ln w="1905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64" name="Google Shape;864;p25"/>
          <p:cNvSpPr/>
          <p:nvPr/>
        </p:nvSpPr>
        <p:spPr>
          <a:xfrm>
            <a:off x="2611044" y="2820057"/>
            <a:ext cx="1477800" cy="226500"/>
          </a:xfrm>
          <a:prstGeom prst="roundRect">
            <a:avLst>
              <a:gd name="adj" fmla="val 50000"/>
            </a:avLst>
          </a:prstGeom>
          <a:solidFill>
            <a:srgbClr val="733C9B">
              <a:alpha val="33020"/>
            </a:srgbClr>
          </a:solidFill>
          <a:ln w="1905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65" name="Google Shape;865;p25"/>
          <p:cNvSpPr txBox="1">
            <a:spLocks noGrp="1"/>
          </p:cNvSpPr>
          <p:nvPr>
            <p:ph type="title"/>
          </p:nvPr>
        </p:nvSpPr>
        <p:spPr>
          <a:xfrm>
            <a:off x="947444" y="168881"/>
            <a:ext cx="7704000" cy="576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/>
            <a:r>
              <a:rPr lang="en-US" b="1" u="sng" dirty="0"/>
              <a:t>Market</a:t>
            </a:r>
            <a:endParaRPr dirty="0"/>
          </a:p>
        </p:txBody>
      </p:sp>
      <p:sp>
        <p:nvSpPr>
          <p:cNvPr id="866" name="Google Shape;866;p25"/>
          <p:cNvSpPr txBox="1"/>
          <p:nvPr/>
        </p:nvSpPr>
        <p:spPr>
          <a:xfrm>
            <a:off x="2736438" y="3031432"/>
            <a:ext cx="1477800" cy="54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3.8</a:t>
            </a:r>
            <a:r>
              <a:rPr lang="ro-RO" dirty="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 miliarde €</a:t>
            </a:r>
            <a:endParaRPr dirty="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868" name="Google Shape;868;p25"/>
          <p:cNvSpPr txBox="1"/>
          <p:nvPr/>
        </p:nvSpPr>
        <p:spPr>
          <a:xfrm>
            <a:off x="2619044" y="4434779"/>
            <a:ext cx="1457800" cy="54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o-RO" dirty="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30  milioane €</a:t>
            </a:r>
            <a:endParaRPr dirty="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872" name="Google Shape;872;p25"/>
          <p:cNvSpPr/>
          <p:nvPr/>
        </p:nvSpPr>
        <p:spPr>
          <a:xfrm rot="5400000">
            <a:off x="892642" y="3621901"/>
            <a:ext cx="710924" cy="1126508"/>
          </a:xfrm>
          <a:prstGeom prst="hexagon">
            <a:avLst>
              <a:gd name="adj" fmla="val 25000"/>
              <a:gd name="vf" fmla="val 115470"/>
            </a:avLst>
          </a:prstGeom>
          <a:solidFill>
            <a:schemeClr val="bg1">
              <a:lumMod val="25000"/>
              <a:lumOff val="75000"/>
            </a:schemeClr>
          </a:solidFill>
          <a:ln w="1905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73" name="Google Shape;873;p25"/>
          <p:cNvSpPr/>
          <p:nvPr/>
        </p:nvSpPr>
        <p:spPr>
          <a:xfrm rot="5400000">
            <a:off x="869773" y="2351243"/>
            <a:ext cx="782571" cy="1126507"/>
          </a:xfrm>
          <a:prstGeom prst="hexagon">
            <a:avLst>
              <a:gd name="adj" fmla="val 25000"/>
              <a:gd name="vf" fmla="val 115470"/>
            </a:avLst>
          </a:prstGeom>
          <a:solidFill>
            <a:schemeClr val="bg1">
              <a:lumMod val="50000"/>
              <a:lumOff val="50000"/>
            </a:schemeClr>
          </a:solidFill>
          <a:ln w="1905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74" name="Google Shape;874;p25"/>
          <p:cNvSpPr/>
          <p:nvPr/>
        </p:nvSpPr>
        <p:spPr>
          <a:xfrm rot="5400000">
            <a:off x="839073" y="1044523"/>
            <a:ext cx="782570" cy="1126507"/>
          </a:xfrm>
          <a:prstGeom prst="hexagon">
            <a:avLst>
              <a:gd name="adj" fmla="val 25000"/>
              <a:gd name="vf" fmla="val 115470"/>
            </a:avLst>
          </a:prstGeom>
          <a:solidFill>
            <a:schemeClr val="lt2"/>
          </a:solidFill>
          <a:ln w="1905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79" name="Google Shape;879;p25"/>
          <p:cNvSpPr/>
          <p:nvPr/>
        </p:nvSpPr>
        <p:spPr>
          <a:xfrm>
            <a:off x="2611044" y="2820057"/>
            <a:ext cx="750900" cy="226500"/>
          </a:xfrm>
          <a:prstGeom prst="roundRect">
            <a:avLst>
              <a:gd name="adj" fmla="val 50000"/>
            </a:avLst>
          </a:prstGeom>
          <a:solidFill>
            <a:schemeClr val="dk2"/>
          </a:solidFill>
          <a:ln w="1905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" name="Google Shape;868;p25">
            <a:extLst>
              <a:ext uri="{FF2B5EF4-FFF2-40B4-BE49-F238E27FC236}">
                <a16:creationId xmlns:a16="http://schemas.microsoft.com/office/drawing/2014/main" id="{912EAD01-0627-887C-E3BD-DB7E658A1C10}"/>
              </a:ext>
            </a:extLst>
          </p:cNvPr>
          <p:cNvSpPr txBox="1"/>
          <p:nvPr/>
        </p:nvSpPr>
        <p:spPr>
          <a:xfrm>
            <a:off x="840582" y="1313187"/>
            <a:ext cx="983730" cy="54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 dirty="0">
                <a:solidFill>
                  <a:schemeClr val="tx1"/>
                </a:solidFill>
                <a:latin typeface="Montserrat"/>
                <a:ea typeface="Montserrat"/>
                <a:cs typeface="Montserrat"/>
                <a:sym typeface="Montserrat"/>
              </a:rPr>
              <a:t>TAM</a:t>
            </a:r>
            <a:endParaRPr sz="2400" dirty="0">
              <a:solidFill>
                <a:schemeClr val="tx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3" name="Google Shape;868;p25">
            <a:extLst>
              <a:ext uri="{FF2B5EF4-FFF2-40B4-BE49-F238E27FC236}">
                <a16:creationId xmlns:a16="http://schemas.microsoft.com/office/drawing/2014/main" id="{FDA729F2-FF70-8306-CFB2-AF303EBCFB1D}"/>
              </a:ext>
            </a:extLst>
          </p:cNvPr>
          <p:cNvSpPr txBox="1"/>
          <p:nvPr/>
        </p:nvSpPr>
        <p:spPr>
          <a:xfrm>
            <a:off x="782723" y="3898187"/>
            <a:ext cx="983730" cy="54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 dirty="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SOM</a:t>
            </a:r>
            <a:endParaRPr sz="2400" dirty="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4" name="Google Shape;868;p25">
            <a:extLst>
              <a:ext uri="{FF2B5EF4-FFF2-40B4-BE49-F238E27FC236}">
                <a16:creationId xmlns:a16="http://schemas.microsoft.com/office/drawing/2014/main" id="{61A94E89-4B73-16E0-99AF-8A10F249464D}"/>
              </a:ext>
            </a:extLst>
          </p:cNvPr>
          <p:cNvSpPr txBox="1"/>
          <p:nvPr/>
        </p:nvSpPr>
        <p:spPr>
          <a:xfrm>
            <a:off x="840582" y="2619907"/>
            <a:ext cx="983730" cy="54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 dirty="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SAM</a:t>
            </a:r>
            <a:endParaRPr sz="2400" dirty="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5" name="Google Shape;868;p25">
            <a:extLst>
              <a:ext uri="{FF2B5EF4-FFF2-40B4-BE49-F238E27FC236}">
                <a16:creationId xmlns:a16="http://schemas.microsoft.com/office/drawing/2014/main" id="{6DE09AF0-A7A1-8C53-1E5A-3D432D5F1A5B}"/>
              </a:ext>
            </a:extLst>
          </p:cNvPr>
          <p:cNvSpPr txBox="1"/>
          <p:nvPr/>
        </p:nvSpPr>
        <p:spPr>
          <a:xfrm>
            <a:off x="734980" y="1038837"/>
            <a:ext cx="5189686" cy="54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o-RO" sz="1800" dirty="0">
                <a:solidFill>
                  <a:schemeClr val="tx1"/>
                </a:solidFill>
                <a:latin typeface="Montserrat"/>
                <a:ea typeface="Montserrat"/>
                <a:cs typeface="Montserrat"/>
                <a:sym typeface="Montserrat"/>
              </a:rPr>
              <a:t>Total </a:t>
            </a:r>
            <a:r>
              <a:rPr lang="ro-RO" sz="1800" dirty="0" err="1">
                <a:solidFill>
                  <a:schemeClr val="tx1"/>
                </a:solidFill>
                <a:latin typeface="Montserrat"/>
                <a:ea typeface="Montserrat"/>
                <a:cs typeface="Montserrat"/>
                <a:sym typeface="Montserrat"/>
              </a:rPr>
              <a:t>Addressable</a:t>
            </a:r>
            <a:r>
              <a:rPr lang="ro-RO" sz="1800" dirty="0">
                <a:solidFill>
                  <a:schemeClr val="tx1"/>
                </a:solidFill>
                <a:latin typeface="Montserrat"/>
                <a:ea typeface="Montserrat"/>
                <a:cs typeface="Montserrat"/>
                <a:sym typeface="Montserrat"/>
              </a:rPr>
              <a:t> Market</a:t>
            </a:r>
            <a:r>
              <a:rPr lang="en-US" sz="1800" dirty="0">
                <a:solidFill>
                  <a:schemeClr val="tx1"/>
                </a:solidFill>
                <a:latin typeface="Montserrat"/>
                <a:ea typeface="Montserrat"/>
                <a:cs typeface="Montserrat"/>
                <a:sym typeface="Montserrat"/>
              </a:rPr>
              <a:t>:</a:t>
            </a:r>
            <a:endParaRPr sz="1800" dirty="0">
              <a:solidFill>
                <a:schemeClr val="tx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6" name="Google Shape;868;p25">
            <a:extLst>
              <a:ext uri="{FF2B5EF4-FFF2-40B4-BE49-F238E27FC236}">
                <a16:creationId xmlns:a16="http://schemas.microsoft.com/office/drawing/2014/main" id="{7DDFB006-6D09-410B-F02E-2D3C282C362B}"/>
              </a:ext>
            </a:extLst>
          </p:cNvPr>
          <p:cNvSpPr txBox="1"/>
          <p:nvPr/>
        </p:nvSpPr>
        <p:spPr>
          <a:xfrm>
            <a:off x="1072458" y="2211388"/>
            <a:ext cx="5189686" cy="54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o-RO" sz="1800" dirty="0" err="1">
                <a:solidFill>
                  <a:schemeClr val="tx1"/>
                </a:solidFill>
                <a:latin typeface="Montserrat"/>
                <a:ea typeface="Montserrat"/>
                <a:cs typeface="Montserrat"/>
                <a:sym typeface="Montserrat"/>
              </a:rPr>
              <a:t>Serviceable</a:t>
            </a:r>
            <a:r>
              <a:rPr lang="ro-RO" sz="1800" dirty="0">
                <a:solidFill>
                  <a:schemeClr val="tx1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lang="ro-RO" sz="1800" dirty="0" err="1">
                <a:solidFill>
                  <a:schemeClr val="tx1"/>
                </a:solidFill>
                <a:latin typeface="Montserrat"/>
                <a:ea typeface="Montserrat"/>
                <a:cs typeface="Montserrat"/>
                <a:sym typeface="Montserrat"/>
              </a:rPr>
              <a:t>Available</a:t>
            </a:r>
            <a:r>
              <a:rPr lang="ro-RO" sz="1800" dirty="0">
                <a:solidFill>
                  <a:schemeClr val="tx1"/>
                </a:solidFill>
                <a:latin typeface="Montserrat"/>
                <a:ea typeface="Montserrat"/>
                <a:cs typeface="Montserrat"/>
                <a:sym typeface="Montserrat"/>
              </a:rPr>
              <a:t> Market</a:t>
            </a:r>
            <a:r>
              <a:rPr lang="en-US" sz="1800" dirty="0">
                <a:solidFill>
                  <a:schemeClr val="tx1"/>
                </a:solidFill>
                <a:latin typeface="Montserrat"/>
                <a:ea typeface="Montserrat"/>
                <a:cs typeface="Montserrat"/>
                <a:sym typeface="Montserrat"/>
              </a:rPr>
              <a:t>:</a:t>
            </a:r>
            <a:endParaRPr sz="1800" dirty="0">
              <a:solidFill>
                <a:schemeClr val="tx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7" name="Google Shape;868;p25">
            <a:extLst>
              <a:ext uri="{FF2B5EF4-FFF2-40B4-BE49-F238E27FC236}">
                <a16:creationId xmlns:a16="http://schemas.microsoft.com/office/drawing/2014/main" id="{17161698-83D9-28F7-6B35-FA3CBCC776CC}"/>
              </a:ext>
            </a:extLst>
          </p:cNvPr>
          <p:cNvSpPr txBox="1"/>
          <p:nvPr/>
        </p:nvSpPr>
        <p:spPr>
          <a:xfrm>
            <a:off x="1072458" y="3631088"/>
            <a:ext cx="5189686" cy="54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o-RO" sz="1800" dirty="0" err="1">
                <a:solidFill>
                  <a:schemeClr val="tx1"/>
                </a:solidFill>
                <a:latin typeface="Montserrat"/>
                <a:ea typeface="Montserrat"/>
                <a:cs typeface="Montserrat"/>
                <a:sym typeface="Montserrat"/>
              </a:rPr>
              <a:t>Serviceable</a:t>
            </a:r>
            <a:r>
              <a:rPr lang="ro-RO" sz="1800" dirty="0">
                <a:solidFill>
                  <a:schemeClr val="tx1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lang="ro-RO" sz="1800" dirty="0" err="1">
                <a:solidFill>
                  <a:schemeClr val="tx1"/>
                </a:solidFill>
                <a:latin typeface="Montserrat"/>
                <a:ea typeface="Montserrat"/>
                <a:cs typeface="Montserrat"/>
                <a:sym typeface="Montserrat"/>
              </a:rPr>
              <a:t>Obtainable</a:t>
            </a:r>
            <a:r>
              <a:rPr lang="ro-RO" sz="1800" dirty="0">
                <a:solidFill>
                  <a:schemeClr val="tx1"/>
                </a:solidFill>
                <a:latin typeface="Montserrat"/>
                <a:ea typeface="Montserrat"/>
                <a:cs typeface="Montserrat"/>
                <a:sym typeface="Montserrat"/>
              </a:rPr>
              <a:t> Market</a:t>
            </a:r>
            <a:r>
              <a:rPr lang="en-US" sz="1800" dirty="0">
                <a:solidFill>
                  <a:schemeClr val="tx1"/>
                </a:solidFill>
                <a:latin typeface="Montserrat"/>
                <a:ea typeface="Montserrat"/>
                <a:cs typeface="Montserrat"/>
                <a:sym typeface="Montserrat"/>
              </a:rPr>
              <a:t>:</a:t>
            </a:r>
            <a:endParaRPr lang="ro-RO" sz="1800" dirty="0">
              <a:solidFill>
                <a:schemeClr val="tx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8" name="Google Shape;866;p25">
            <a:extLst>
              <a:ext uri="{FF2B5EF4-FFF2-40B4-BE49-F238E27FC236}">
                <a16:creationId xmlns:a16="http://schemas.microsoft.com/office/drawing/2014/main" id="{E965AA7C-399F-5C60-DC04-5FDDA338D705}"/>
              </a:ext>
            </a:extLst>
          </p:cNvPr>
          <p:cNvSpPr txBox="1"/>
          <p:nvPr/>
        </p:nvSpPr>
        <p:spPr>
          <a:xfrm>
            <a:off x="2609044" y="1800457"/>
            <a:ext cx="1477800" cy="54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11</a:t>
            </a:r>
            <a:r>
              <a:rPr lang="ro-RO" dirty="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 miliarde €</a:t>
            </a:r>
            <a:endParaRPr dirty="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862;p25">
            <a:extLst>
              <a:ext uri="{FF2B5EF4-FFF2-40B4-BE49-F238E27FC236}">
                <a16:creationId xmlns:a16="http://schemas.microsoft.com/office/drawing/2014/main" id="{0F587612-0759-D5D8-D970-BE6D8C7B45CB}"/>
              </a:ext>
            </a:extLst>
          </p:cNvPr>
          <p:cNvSpPr/>
          <p:nvPr/>
        </p:nvSpPr>
        <p:spPr>
          <a:xfrm>
            <a:off x="216672" y="2895061"/>
            <a:ext cx="2142544" cy="448342"/>
          </a:xfrm>
          <a:prstGeom prst="roundRect">
            <a:avLst>
              <a:gd name="adj" fmla="val 50000"/>
            </a:avLst>
          </a:prstGeom>
          <a:solidFill>
            <a:srgbClr val="733C9B">
              <a:alpha val="33020"/>
            </a:srgbClr>
          </a:solidFill>
          <a:ln w="1905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9" name="Google Shape;862;p25">
            <a:extLst>
              <a:ext uri="{FF2B5EF4-FFF2-40B4-BE49-F238E27FC236}">
                <a16:creationId xmlns:a16="http://schemas.microsoft.com/office/drawing/2014/main" id="{88B37ECA-E081-075D-5611-01EBEE2797A0}"/>
              </a:ext>
            </a:extLst>
          </p:cNvPr>
          <p:cNvSpPr/>
          <p:nvPr/>
        </p:nvSpPr>
        <p:spPr>
          <a:xfrm>
            <a:off x="216672" y="2075678"/>
            <a:ext cx="936454" cy="448342"/>
          </a:xfrm>
          <a:prstGeom prst="roundRect">
            <a:avLst>
              <a:gd name="adj" fmla="val 50000"/>
            </a:avLst>
          </a:prstGeom>
          <a:solidFill>
            <a:srgbClr val="733C9B">
              <a:alpha val="33020"/>
            </a:srgbClr>
          </a:solidFill>
          <a:ln w="1905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8" name="Google Shape;862;p25">
            <a:extLst>
              <a:ext uri="{FF2B5EF4-FFF2-40B4-BE49-F238E27FC236}">
                <a16:creationId xmlns:a16="http://schemas.microsoft.com/office/drawing/2014/main" id="{86935888-1822-6485-3A56-33327368F96D}"/>
              </a:ext>
            </a:extLst>
          </p:cNvPr>
          <p:cNvSpPr/>
          <p:nvPr/>
        </p:nvSpPr>
        <p:spPr>
          <a:xfrm>
            <a:off x="179237" y="1001713"/>
            <a:ext cx="936454" cy="448342"/>
          </a:xfrm>
          <a:prstGeom prst="roundRect">
            <a:avLst>
              <a:gd name="adj" fmla="val 50000"/>
            </a:avLst>
          </a:prstGeom>
          <a:solidFill>
            <a:srgbClr val="733C9B">
              <a:alpha val="33020"/>
            </a:srgbClr>
          </a:solidFill>
          <a:ln w="1905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" name="Google Shape;874;p25">
            <a:extLst>
              <a:ext uri="{FF2B5EF4-FFF2-40B4-BE49-F238E27FC236}">
                <a16:creationId xmlns:a16="http://schemas.microsoft.com/office/drawing/2014/main" id="{F64ECC79-8EE6-A400-509A-27E125F5D0FB}"/>
              </a:ext>
            </a:extLst>
          </p:cNvPr>
          <p:cNvSpPr/>
          <p:nvPr/>
        </p:nvSpPr>
        <p:spPr>
          <a:xfrm rot="5400000">
            <a:off x="1864170" y="3057386"/>
            <a:ext cx="782570" cy="2939059"/>
          </a:xfrm>
          <a:prstGeom prst="hexagon">
            <a:avLst>
              <a:gd name="adj" fmla="val 25000"/>
              <a:gd name="vf" fmla="val 115470"/>
            </a:avLst>
          </a:prstGeom>
          <a:solidFill>
            <a:schemeClr val="lt2"/>
          </a:solidFill>
          <a:ln w="1905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90" name="Google Shape;990;p32"/>
          <p:cNvSpPr txBox="1">
            <a:spLocks noGrp="1"/>
          </p:cNvSpPr>
          <p:nvPr>
            <p:ph type="title"/>
          </p:nvPr>
        </p:nvSpPr>
        <p:spPr>
          <a:xfrm>
            <a:off x="897800" y="305124"/>
            <a:ext cx="7704000" cy="576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/>
            <a:r>
              <a:rPr lang="en-US" b="1" u="sng" dirty="0"/>
              <a:t>Business Model </a:t>
            </a:r>
            <a:endParaRPr dirty="0"/>
          </a:p>
        </p:txBody>
      </p:sp>
      <p:sp>
        <p:nvSpPr>
          <p:cNvPr id="991" name="Google Shape;991;p32"/>
          <p:cNvSpPr txBox="1"/>
          <p:nvPr/>
        </p:nvSpPr>
        <p:spPr>
          <a:xfrm>
            <a:off x="888747" y="4257857"/>
            <a:ext cx="3135207" cy="57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 b="1" u="sng" dirty="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30  €/ anagajat/ luna </a:t>
            </a:r>
          </a:p>
        </p:txBody>
      </p:sp>
      <p:sp>
        <p:nvSpPr>
          <p:cNvPr id="992" name="Google Shape;992;p32"/>
          <p:cNvSpPr txBox="1"/>
          <p:nvPr/>
        </p:nvSpPr>
        <p:spPr>
          <a:xfrm>
            <a:off x="295706" y="2910483"/>
            <a:ext cx="37266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100" dirty="0">
                <a:solidFill>
                  <a:schemeClr val="dk1"/>
                </a:solidFill>
                <a:latin typeface="Montserrat Black"/>
                <a:ea typeface="Montserrat Black"/>
                <a:cs typeface="Montserrat Black"/>
                <a:sym typeface="Montserrat Black"/>
              </a:rPr>
              <a:t>Break-even:</a:t>
            </a:r>
            <a:endParaRPr sz="2100" dirty="0">
              <a:solidFill>
                <a:schemeClr val="dk1"/>
              </a:solidFill>
              <a:latin typeface="Montserrat Black"/>
              <a:ea typeface="Montserrat Black"/>
              <a:cs typeface="Montserrat Black"/>
              <a:sym typeface="Montserrat Black"/>
            </a:endParaRPr>
          </a:p>
        </p:txBody>
      </p:sp>
      <mc:AlternateContent xmlns:mc="http://schemas.openxmlformats.org/markup-compatibility/2006">
        <mc:Choice xmlns:cx1="http://schemas.microsoft.com/office/drawing/2015/9/8/chartex" Requires="cx1">
          <p:graphicFrame>
            <p:nvGraphicFramePr>
              <p:cNvPr id="4" name="Diagramă 3">
                <a:extLst>
                  <a:ext uri="{FF2B5EF4-FFF2-40B4-BE49-F238E27FC236}">
                    <a16:creationId xmlns:a16="http://schemas.microsoft.com/office/drawing/2014/main" id="{526240C8-5AEC-978B-F0BE-68971DDE9BAB}"/>
                  </a:ext>
                </a:extLst>
              </p:cNvPr>
              <p:cNvGraphicFramePr/>
              <p:nvPr>
                <p:extLst>
                  <p:ext uri="{D42A27DB-BD31-4B8C-83A1-F6EECF244321}">
                    <p14:modId xmlns:p14="http://schemas.microsoft.com/office/powerpoint/2010/main" val="914470023"/>
                  </p:ext>
                </p:extLst>
              </p:nvPr>
            </p:nvGraphicFramePr>
            <p:xfrm>
              <a:off x="4100999" y="1296063"/>
              <a:ext cx="4745799" cy="3463299"/>
            </p:xfrm>
            <a:graphic>
              <a:graphicData uri="http://schemas.microsoft.com/office/drawing/2014/chartex">
                <cx:chart xmlns:cx="http://schemas.microsoft.com/office/drawing/2014/chartex" xmlns:r="http://schemas.openxmlformats.org/officeDocument/2006/relationships" r:id="rId3"/>
              </a:graphicData>
            </a:graphic>
          </p:graphicFrame>
        </mc:Choice>
        <mc:Fallback>
          <p:pic>
            <p:nvPicPr>
              <p:cNvPr id="4" name="Diagramă 3">
                <a:extLst>
                  <a:ext uri="{FF2B5EF4-FFF2-40B4-BE49-F238E27FC236}">
                    <a16:creationId xmlns:a16="http://schemas.microsoft.com/office/drawing/2014/main" id="{526240C8-5AEC-978B-F0BE-68971DDE9BAB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/>
              </p:cNvPicPr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4100999" y="1296063"/>
                <a:ext cx="4745799" cy="3463299"/>
              </a:xfrm>
              <a:prstGeom prst="rect">
                <a:avLst/>
              </a:prstGeom>
            </p:spPr>
          </p:pic>
        </mc:Fallback>
      </mc:AlternateContent>
      <p:sp>
        <p:nvSpPr>
          <p:cNvPr id="5" name="Google Shape;992;p32">
            <a:extLst>
              <a:ext uri="{FF2B5EF4-FFF2-40B4-BE49-F238E27FC236}">
                <a16:creationId xmlns:a16="http://schemas.microsoft.com/office/drawing/2014/main" id="{D2F70B33-C73C-4410-CF5B-9C3846B56346}"/>
              </a:ext>
            </a:extLst>
          </p:cNvPr>
          <p:cNvSpPr txBox="1"/>
          <p:nvPr/>
        </p:nvSpPr>
        <p:spPr>
          <a:xfrm>
            <a:off x="313708" y="2101069"/>
            <a:ext cx="5231947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lvl="0"/>
            <a:r>
              <a:rPr lang="en" sz="2100" dirty="0">
                <a:solidFill>
                  <a:schemeClr val="dk1"/>
                </a:solidFill>
                <a:latin typeface="Montserrat Black"/>
                <a:ea typeface="Montserrat Black"/>
                <a:cs typeface="Montserrat Black"/>
                <a:sym typeface="Montserrat Black"/>
              </a:rPr>
              <a:t>LTV</a:t>
            </a:r>
            <a:endParaRPr sz="2100" dirty="0">
              <a:solidFill>
                <a:schemeClr val="dk1"/>
              </a:solidFill>
              <a:latin typeface="Montserrat Black"/>
              <a:ea typeface="Montserrat Black"/>
              <a:cs typeface="Montserrat Black"/>
              <a:sym typeface="Montserrat Black"/>
            </a:endParaRPr>
          </a:p>
        </p:txBody>
      </p:sp>
      <p:sp>
        <p:nvSpPr>
          <p:cNvPr id="6" name="Google Shape;992;p32">
            <a:extLst>
              <a:ext uri="{FF2B5EF4-FFF2-40B4-BE49-F238E27FC236}">
                <a16:creationId xmlns:a16="http://schemas.microsoft.com/office/drawing/2014/main" id="{521045CB-72CE-682B-C39C-B1FCEBD62218}"/>
              </a:ext>
            </a:extLst>
          </p:cNvPr>
          <p:cNvSpPr txBox="1"/>
          <p:nvPr/>
        </p:nvSpPr>
        <p:spPr>
          <a:xfrm>
            <a:off x="243896" y="1003184"/>
            <a:ext cx="37266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lvl="0"/>
            <a:r>
              <a:rPr lang="en" sz="2100" dirty="0">
                <a:solidFill>
                  <a:schemeClr val="dk1"/>
                </a:solidFill>
                <a:latin typeface="Montserrat Black"/>
                <a:ea typeface="Montserrat Black"/>
                <a:cs typeface="Montserrat Black"/>
                <a:sym typeface="Montserrat Black"/>
              </a:rPr>
              <a:t>CAC</a:t>
            </a:r>
            <a:endParaRPr sz="2100" dirty="0">
              <a:solidFill>
                <a:schemeClr val="dk1"/>
              </a:solidFill>
              <a:latin typeface="Montserrat Black"/>
              <a:ea typeface="Montserrat Black"/>
              <a:cs typeface="Montserrat Black"/>
              <a:sym typeface="Montserrat Black"/>
            </a:endParaRPr>
          </a:p>
        </p:txBody>
      </p:sp>
      <p:sp>
        <p:nvSpPr>
          <p:cNvPr id="7" name="Google Shape;991;p32">
            <a:extLst>
              <a:ext uri="{FF2B5EF4-FFF2-40B4-BE49-F238E27FC236}">
                <a16:creationId xmlns:a16="http://schemas.microsoft.com/office/drawing/2014/main" id="{6608A4FE-71C6-BC8B-E9DB-088206DEB7DE}"/>
              </a:ext>
            </a:extLst>
          </p:cNvPr>
          <p:cNvSpPr txBox="1"/>
          <p:nvPr/>
        </p:nvSpPr>
        <p:spPr>
          <a:xfrm>
            <a:off x="704785" y="3248802"/>
            <a:ext cx="3135207" cy="57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b="1" dirty="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- 15-16 luni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b="1" dirty="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- 1600 clienti</a:t>
            </a:r>
          </a:p>
        </p:txBody>
      </p:sp>
      <p:sp>
        <p:nvSpPr>
          <p:cNvPr id="10" name="Google Shape;991;p32">
            <a:extLst>
              <a:ext uri="{FF2B5EF4-FFF2-40B4-BE49-F238E27FC236}">
                <a16:creationId xmlns:a16="http://schemas.microsoft.com/office/drawing/2014/main" id="{BE58F063-0A58-B217-8978-E86A48A4CEF9}"/>
              </a:ext>
            </a:extLst>
          </p:cNvPr>
          <p:cNvSpPr txBox="1"/>
          <p:nvPr/>
        </p:nvSpPr>
        <p:spPr>
          <a:xfrm>
            <a:off x="704785" y="2472110"/>
            <a:ext cx="3135207" cy="57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b="1" dirty="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- </a:t>
            </a:r>
            <a:r>
              <a:rPr lang="ro-RO" b="1" dirty="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55.000–160.000 € / client</a:t>
            </a:r>
            <a:endParaRPr lang="en" b="1" dirty="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1" name="Google Shape;991;p32">
            <a:extLst>
              <a:ext uri="{FF2B5EF4-FFF2-40B4-BE49-F238E27FC236}">
                <a16:creationId xmlns:a16="http://schemas.microsoft.com/office/drawing/2014/main" id="{581FCF1D-1072-6146-9ADD-A0A60B54B784}"/>
              </a:ext>
            </a:extLst>
          </p:cNvPr>
          <p:cNvSpPr txBox="1"/>
          <p:nvPr/>
        </p:nvSpPr>
        <p:spPr>
          <a:xfrm>
            <a:off x="1050189" y="1024085"/>
            <a:ext cx="3380336" cy="57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/>
            <a:r>
              <a:rPr lang="en-US" sz="1200" b="1" dirty="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-</a:t>
            </a:r>
            <a:r>
              <a:rPr lang="ro-RO" sz="1200" b="1" dirty="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Costul de Achiziție al Clientului</a:t>
            </a:r>
            <a:endParaRPr lang="en" sz="1200" b="1" dirty="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2" name="Google Shape;991;p32">
            <a:extLst>
              <a:ext uri="{FF2B5EF4-FFF2-40B4-BE49-F238E27FC236}">
                <a16:creationId xmlns:a16="http://schemas.microsoft.com/office/drawing/2014/main" id="{F0A8384A-54AE-EA74-A818-F7FA23020F90}"/>
              </a:ext>
            </a:extLst>
          </p:cNvPr>
          <p:cNvSpPr txBox="1"/>
          <p:nvPr/>
        </p:nvSpPr>
        <p:spPr>
          <a:xfrm>
            <a:off x="1182621" y="2076826"/>
            <a:ext cx="2609411" cy="57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/>
            <a:r>
              <a:rPr lang="en-US" b="1" dirty="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-</a:t>
            </a:r>
            <a:r>
              <a:rPr lang="ro-RO" b="1" dirty="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Venit lunar estimat</a:t>
            </a:r>
            <a:endParaRPr lang="en" b="1" dirty="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3" name="Google Shape;991;p32">
            <a:extLst>
              <a:ext uri="{FF2B5EF4-FFF2-40B4-BE49-F238E27FC236}">
                <a16:creationId xmlns:a16="http://schemas.microsoft.com/office/drawing/2014/main" id="{4C33DBDF-0985-B076-4B53-EC1C9C4F7D2E}"/>
              </a:ext>
            </a:extLst>
          </p:cNvPr>
          <p:cNvSpPr txBox="1"/>
          <p:nvPr/>
        </p:nvSpPr>
        <p:spPr>
          <a:xfrm>
            <a:off x="1050189" y="1491858"/>
            <a:ext cx="3380336" cy="57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>
              <a:lnSpc>
                <a:spcPts val="1000"/>
              </a:lnSpc>
            </a:pPr>
            <a:r>
              <a:rPr lang="en-US" sz="1200" b="1" dirty="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 60.000 </a:t>
            </a:r>
            <a:r>
              <a:rPr lang="en-US" sz="1200" b="1" dirty="0" err="1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costuri</a:t>
            </a:r>
            <a:r>
              <a:rPr lang="en-US" sz="1200" b="1" dirty="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lang="en-US" sz="1200" b="1" dirty="0" err="1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toatale</a:t>
            </a:r>
            <a:endParaRPr lang="en-US" sz="1200" b="1" dirty="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lvl="0">
              <a:lnSpc>
                <a:spcPts val="1000"/>
              </a:lnSpc>
            </a:pPr>
            <a:endParaRPr lang="en-US" sz="1200" b="1" dirty="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lvl="0">
              <a:lnSpc>
                <a:spcPts val="1000"/>
              </a:lnSpc>
            </a:pPr>
            <a:r>
              <a:rPr lang="en-US" sz="1200" b="1" dirty="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          50 </a:t>
            </a:r>
            <a:r>
              <a:rPr lang="en-US" sz="1200" b="1" dirty="0" err="1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clienti</a:t>
            </a:r>
            <a:endParaRPr lang="en" sz="1200" b="1" dirty="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cxnSp>
        <p:nvCxnSpPr>
          <p:cNvPr id="15" name="Conector drept 14">
            <a:extLst>
              <a:ext uri="{FF2B5EF4-FFF2-40B4-BE49-F238E27FC236}">
                <a16:creationId xmlns:a16="http://schemas.microsoft.com/office/drawing/2014/main" id="{01F983B7-4AEA-AE0B-80CD-DEB700BEA425}"/>
              </a:ext>
            </a:extLst>
          </p:cNvPr>
          <p:cNvCxnSpPr>
            <a:cxnSpLocks/>
          </p:cNvCxnSpPr>
          <p:nvPr/>
        </p:nvCxnSpPr>
        <p:spPr>
          <a:xfrm>
            <a:off x="874701" y="1747177"/>
            <a:ext cx="2230854" cy="0"/>
          </a:xfrm>
          <a:prstGeom prst="line">
            <a:avLst/>
          </a:prstGeom>
          <a:ln w="2222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Conector drept 18">
            <a:extLst>
              <a:ext uri="{FF2B5EF4-FFF2-40B4-BE49-F238E27FC236}">
                <a16:creationId xmlns:a16="http://schemas.microsoft.com/office/drawing/2014/main" id="{F9665545-59EC-B33F-3C30-AB7951B16104}"/>
              </a:ext>
            </a:extLst>
          </p:cNvPr>
          <p:cNvCxnSpPr>
            <a:cxnSpLocks/>
          </p:cNvCxnSpPr>
          <p:nvPr/>
        </p:nvCxnSpPr>
        <p:spPr>
          <a:xfrm>
            <a:off x="513430" y="1673701"/>
            <a:ext cx="268069" cy="0"/>
          </a:xfrm>
          <a:prstGeom prst="line">
            <a:avLst/>
          </a:prstGeom>
          <a:ln w="317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Conector drept 21">
            <a:extLst>
              <a:ext uri="{FF2B5EF4-FFF2-40B4-BE49-F238E27FC236}">
                <a16:creationId xmlns:a16="http://schemas.microsoft.com/office/drawing/2014/main" id="{7AD0A085-68CC-73FB-0477-DA256D52E20B}"/>
              </a:ext>
            </a:extLst>
          </p:cNvPr>
          <p:cNvCxnSpPr>
            <a:cxnSpLocks/>
          </p:cNvCxnSpPr>
          <p:nvPr/>
        </p:nvCxnSpPr>
        <p:spPr>
          <a:xfrm>
            <a:off x="521381" y="1774385"/>
            <a:ext cx="262140" cy="0"/>
          </a:xfrm>
          <a:prstGeom prst="line">
            <a:avLst/>
          </a:prstGeom>
          <a:ln w="317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2" name="Google Shape;982;p31"/>
          <p:cNvSpPr txBox="1">
            <a:spLocks noGrp="1"/>
          </p:cNvSpPr>
          <p:nvPr>
            <p:ph type="title"/>
          </p:nvPr>
        </p:nvSpPr>
        <p:spPr>
          <a:xfrm>
            <a:off x="596346" y="478833"/>
            <a:ext cx="7704000" cy="576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u="sng" dirty="0"/>
              <a:t>Competi</a:t>
            </a:r>
            <a:r>
              <a:rPr lang="en-US" u="sng" dirty="0"/>
              <a:t>ț</a:t>
            </a:r>
            <a:r>
              <a:rPr lang="en" u="sng" dirty="0"/>
              <a:t>ie</a:t>
            </a:r>
            <a:endParaRPr u="sng" dirty="0"/>
          </a:p>
        </p:txBody>
      </p:sp>
      <p:graphicFrame>
        <p:nvGraphicFramePr>
          <p:cNvPr id="983" name="Google Shape;983;p31"/>
          <p:cNvGraphicFramePr/>
          <p:nvPr>
            <p:extLst>
              <p:ext uri="{D42A27DB-BD31-4B8C-83A1-F6EECF244321}">
                <p14:modId xmlns:p14="http://schemas.microsoft.com/office/powerpoint/2010/main" val="1889677731"/>
              </p:ext>
            </p:extLst>
          </p:nvPr>
        </p:nvGraphicFramePr>
        <p:xfrm>
          <a:off x="596346" y="1365111"/>
          <a:ext cx="7272634" cy="2103000"/>
        </p:xfrm>
        <a:graphic>
          <a:graphicData uri="http://schemas.openxmlformats.org/drawingml/2006/table">
            <a:tbl>
              <a:tblPr lastCol="1">
                <a:noFill/>
                <a:tableStyleId>{4CDACBFB-2300-4488-B464-44D6CCA20A45}</a:tableStyleId>
              </a:tblPr>
              <a:tblGrid>
                <a:gridCol w="147695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4491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46740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43957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439574">
                  <a:extLst>
                    <a:ext uri="{9D8B030D-6E8A-4147-A177-3AD203B41FA5}">
                      <a16:colId xmlns:a16="http://schemas.microsoft.com/office/drawing/2014/main" val="3669557638"/>
                    </a:ext>
                  </a:extLst>
                </a:gridCol>
              </a:tblGrid>
              <a:tr h="368084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 dirty="0">
                        <a:solidFill>
                          <a:schemeClr val="dk1"/>
                        </a:solidFill>
                        <a:latin typeface="Montserrat Black"/>
                        <a:ea typeface="Montserrat Black"/>
                        <a:cs typeface="Montserrat Black"/>
                        <a:sym typeface="Montserrat Black"/>
                      </a:endParaRPr>
                    </a:p>
                  </a:txBody>
                  <a:tcPr marL="91425" marR="91425" marT="91425" marB="91425">
                    <a:lnL w="19050" cap="flat" cmpd="sng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o-RO" sz="1200" dirty="0" err="1">
                          <a:solidFill>
                            <a:schemeClr val="dk1"/>
                          </a:solidFill>
                          <a:latin typeface="Montserrat Black"/>
                          <a:ea typeface="Montserrat Black"/>
                          <a:cs typeface="Montserrat Black"/>
                          <a:sym typeface="Montserrat Black"/>
                        </a:rPr>
                        <a:t>Proofpoint</a:t>
                      </a:r>
                      <a:endParaRPr lang="ro-RO" sz="1200" dirty="0">
                        <a:solidFill>
                          <a:schemeClr val="dk1"/>
                        </a:solidFill>
                        <a:latin typeface="Montserrat Black"/>
                        <a:ea typeface="Montserrat Black"/>
                        <a:cs typeface="Montserrat Black"/>
                        <a:sym typeface="Montserrat Black"/>
                      </a:endParaRPr>
                    </a:p>
                  </a:txBody>
                  <a:tcPr marL="91425" marR="91425" marT="91425" marB="91425">
                    <a:lnL w="19050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733C9B">
                        <a:alpha val="3302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o-RO" sz="1200" dirty="0" err="1">
                          <a:solidFill>
                            <a:schemeClr val="dk1"/>
                          </a:solidFill>
                          <a:latin typeface="Montserrat Black"/>
                          <a:ea typeface="Montserrat Black"/>
                          <a:cs typeface="Montserrat Black"/>
                          <a:sym typeface="Montserrat Black"/>
                        </a:rPr>
                        <a:t>Guardio</a:t>
                      </a:r>
                      <a:endParaRPr lang="ro-RO" sz="1200" dirty="0">
                        <a:solidFill>
                          <a:schemeClr val="dk1"/>
                        </a:solidFill>
                        <a:latin typeface="Montserrat Black"/>
                        <a:ea typeface="Montserrat Black"/>
                        <a:cs typeface="Montserrat Black"/>
                        <a:sym typeface="Montserrat Black"/>
                      </a:endParaRPr>
                    </a:p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 dirty="0">
                        <a:solidFill>
                          <a:schemeClr val="dk1"/>
                        </a:solidFill>
                        <a:latin typeface="Montserrat Black"/>
                        <a:ea typeface="Montserrat Black"/>
                        <a:cs typeface="Montserrat Black"/>
                        <a:sym typeface="Montserrat Black"/>
                      </a:endParaRPr>
                    </a:p>
                  </a:txBody>
                  <a:tcPr marL="91425" marR="91425" marT="91425" marB="91425">
                    <a:lnL w="19050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733C9B">
                        <a:alpha val="3302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o-RO" sz="1200" dirty="0" err="1">
                          <a:solidFill>
                            <a:schemeClr val="dk1"/>
                          </a:solidFill>
                          <a:latin typeface="Montserrat Black"/>
                          <a:ea typeface="Montserrat Black"/>
                          <a:cs typeface="Montserrat Black"/>
                          <a:sym typeface="Montserrat Black"/>
                        </a:rPr>
                        <a:t>Cloud</a:t>
                      </a:r>
                      <a:r>
                        <a:rPr lang="ro-RO" sz="1200" dirty="0">
                          <a:solidFill>
                            <a:schemeClr val="dk1"/>
                          </a:solidFill>
                          <a:latin typeface="Montserrat Black"/>
                          <a:ea typeface="Montserrat Black"/>
                          <a:cs typeface="Montserrat Black"/>
                          <a:sym typeface="Montserrat Black"/>
                        </a:rPr>
                        <a:t> </a:t>
                      </a:r>
                      <a:r>
                        <a:rPr lang="ro-RO" sz="1200" dirty="0" err="1">
                          <a:solidFill>
                            <a:schemeClr val="dk1"/>
                          </a:solidFill>
                          <a:latin typeface="Montserrat Black"/>
                          <a:ea typeface="Montserrat Black"/>
                          <a:cs typeface="Montserrat Black"/>
                          <a:sym typeface="Montserrat Black"/>
                        </a:rPr>
                        <a:t>Protection</a:t>
                      </a:r>
                      <a:endParaRPr sz="1200" dirty="0">
                        <a:solidFill>
                          <a:schemeClr val="dk1"/>
                        </a:solidFill>
                        <a:latin typeface="Montserrat Black"/>
                        <a:ea typeface="Montserrat Black"/>
                        <a:cs typeface="Montserrat Black"/>
                        <a:sym typeface="Montserrat Black"/>
                      </a:endParaRPr>
                    </a:p>
                  </a:txBody>
                  <a:tcPr marL="91425" marR="91425" marT="91425" marB="91425">
                    <a:lnL w="19050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 algn="ctr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733C9B">
                        <a:alpha val="3302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dirty="0">
                          <a:solidFill>
                            <a:schemeClr val="dk1"/>
                          </a:solidFill>
                          <a:latin typeface="Montserrat Black"/>
                          <a:ea typeface="Montserrat Black"/>
                          <a:cs typeface="Montserrat Black"/>
                          <a:sym typeface="Montserrat Black"/>
                        </a:rPr>
                        <a:t>Safey</a:t>
                      </a:r>
                      <a:endParaRPr sz="1200" dirty="0">
                        <a:solidFill>
                          <a:schemeClr val="dk1"/>
                        </a:solidFill>
                        <a:latin typeface="Montserrat Black"/>
                        <a:ea typeface="Montserrat Black"/>
                        <a:cs typeface="Montserrat Black"/>
                        <a:sym typeface="Montserrat Black"/>
                      </a:endParaRPr>
                    </a:p>
                  </a:txBody>
                  <a:tcPr marL="91425" marR="91425" marT="91425" marB="91425">
                    <a:lnL w="19050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 algn="ctr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733C9B">
                        <a:alpha val="3302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3462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dirty="0" err="1">
                          <a:solidFill>
                            <a:schemeClr val="dk1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Filtreaza</a:t>
                      </a:r>
                      <a:r>
                        <a:rPr lang="en-US" sz="1100" dirty="0">
                          <a:solidFill>
                            <a:schemeClr val="dk1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 </a:t>
                      </a:r>
                      <a:r>
                        <a:rPr lang="en-US" sz="1100" dirty="0" err="1">
                          <a:solidFill>
                            <a:schemeClr val="dk1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mesajele</a:t>
                      </a:r>
                      <a:endParaRPr lang="en-US" sz="1100" dirty="0">
                        <a:solidFill>
                          <a:schemeClr val="dk1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91425" marR="91425" marT="91425" marB="91425" anchor="ctr">
                    <a:lnL w="19050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dirty="0">
                          <a:solidFill>
                            <a:schemeClr val="dk1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X</a:t>
                      </a:r>
                      <a:endParaRPr sz="1100" dirty="0">
                        <a:solidFill>
                          <a:schemeClr val="dk1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91425" marR="91425" marT="91425" marB="91425" anchor="ctr">
                    <a:lnL w="19050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dirty="0">
                          <a:solidFill>
                            <a:schemeClr val="dk1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X</a:t>
                      </a:r>
                      <a:endParaRPr sz="1100" dirty="0">
                        <a:solidFill>
                          <a:schemeClr val="dk1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91425" marR="91425" marT="91425" marB="91425" anchor="ctr">
                    <a:lnL w="19050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100" dirty="0">
                        <a:solidFill>
                          <a:schemeClr val="dk1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91425" marR="91425" marT="91425" marB="91425" anchor="ctr">
                    <a:lnL w="19050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 algn="ctr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dirty="0">
                          <a:solidFill>
                            <a:schemeClr val="dk1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X</a:t>
                      </a:r>
                      <a:endParaRPr sz="1100" dirty="0">
                        <a:solidFill>
                          <a:schemeClr val="dk1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91425" marR="91425" marT="91425" marB="91425" anchor="ctr">
                    <a:lnL w="19050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 algn="ctr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 algn="ctr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1743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sz="1100" dirty="0" err="1">
                          <a:solidFill>
                            <a:schemeClr val="dk1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Blochează</a:t>
                      </a:r>
                      <a:r>
                        <a:rPr lang="en-US" sz="1100" dirty="0">
                          <a:solidFill>
                            <a:schemeClr val="dk1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 </a:t>
                      </a:r>
                      <a:r>
                        <a:rPr lang="en-US" sz="1100" dirty="0" err="1">
                          <a:solidFill>
                            <a:schemeClr val="dk1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amenintarile</a:t>
                      </a:r>
                      <a:r>
                        <a:rPr lang="en-US" sz="1100" dirty="0">
                          <a:solidFill>
                            <a:schemeClr val="dk1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 </a:t>
                      </a:r>
                      <a:r>
                        <a:rPr lang="en-US" sz="1100" dirty="0" err="1">
                          <a:solidFill>
                            <a:schemeClr val="dk1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și</a:t>
                      </a:r>
                      <a:r>
                        <a:rPr lang="en-US" sz="1100" dirty="0">
                          <a:solidFill>
                            <a:schemeClr val="dk1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 </a:t>
                      </a:r>
                      <a:r>
                        <a:rPr lang="en-US" sz="1100" dirty="0" err="1">
                          <a:solidFill>
                            <a:schemeClr val="dk1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notificările</a:t>
                      </a:r>
                      <a:endParaRPr lang="en-US" sz="1100" dirty="0">
                        <a:solidFill>
                          <a:schemeClr val="dk1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91425" marR="91425" marT="91425" marB="91425" anchor="ctr">
                    <a:lnL w="19050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100" dirty="0">
                        <a:solidFill>
                          <a:schemeClr val="dk1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91425" marR="91425" marT="91425" marB="91425" anchor="ctr">
                    <a:lnL w="19050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dirty="0">
                          <a:solidFill>
                            <a:schemeClr val="dk1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X</a:t>
                      </a:r>
                      <a:endParaRPr sz="1100" dirty="0">
                        <a:solidFill>
                          <a:schemeClr val="dk1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91425" marR="91425" marT="91425" marB="91425" anchor="ctr">
                    <a:lnL w="19050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100" dirty="0">
                        <a:solidFill>
                          <a:schemeClr val="dk1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91425" marR="91425" marT="91425" marB="91425" anchor="ctr">
                    <a:lnL w="19050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 algn="ctr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dirty="0">
                          <a:solidFill>
                            <a:schemeClr val="dk1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X</a:t>
                      </a:r>
                      <a:endParaRPr sz="1100" dirty="0">
                        <a:solidFill>
                          <a:schemeClr val="dk1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91425" marR="91425" marT="91425" marB="91425" anchor="ctr">
                    <a:lnL w="19050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 algn="ctr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 algn="ctr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39815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sz="1100" dirty="0">
                          <a:solidFill>
                            <a:schemeClr val="dk1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S</a:t>
                      </a:r>
                      <a:r>
                        <a:rPr lang="ro-RO" sz="1100" dirty="0" err="1">
                          <a:solidFill>
                            <a:schemeClr val="dk1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caneaza</a:t>
                      </a:r>
                      <a:r>
                        <a:rPr lang="ro-RO" sz="1100" dirty="0">
                          <a:solidFill>
                            <a:schemeClr val="dk1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 fiecare fișier </a:t>
                      </a:r>
                      <a:endParaRPr lang="en-US" sz="1100" dirty="0">
                        <a:solidFill>
                          <a:schemeClr val="dk1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91425" marR="91425" marT="91425" marB="91425" anchor="ctr">
                    <a:lnL w="19050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100" dirty="0">
                        <a:solidFill>
                          <a:schemeClr val="dk1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91425" marR="91425" marT="91425" marB="91425" anchor="ctr">
                    <a:lnL w="19050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100" dirty="0">
                        <a:solidFill>
                          <a:schemeClr val="dk1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91425" marR="91425" marT="91425" marB="91425" anchor="ctr">
                    <a:lnL w="19050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dirty="0">
                          <a:solidFill>
                            <a:schemeClr val="dk1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X</a:t>
                      </a:r>
                      <a:endParaRPr sz="1100" dirty="0">
                        <a:solidFill>
                          <a:schemeClr val="dk1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91425" marR="91425" marT="91425" marB="91425" anchor="ctr">
                    <a:lnL w="19050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 algn="ctr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dirty="0">
                          <a:solidFill>
                            <a:schemeClr val="dk1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X</a:t>
                      </a:r>
                      <a:endParaRPr sz="1100" dirty="0">
                        <a:solidFill>
                          <a:schemeClr val="dk1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91425" marR="91425" marT="91425" marB="91425" anchor="ctr">
                    <a:lnL w="19050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 algn="ctr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6" name="Google Shape;864;p25">
            <a:extLst>
              <a:ext uri="{FF2B5EF4-FFF2-40B4-BE49-F238E27FC236}">
                <a16:creationId xmlns:a16="http://schemas.microsoft.com/office/drawing/2014/main" id="{EC3276DF-1CC0-F8D9-00E0-0BE71240AEF7}"/>
              </a:ext>
            </a:extLst>
          </p:cNvPr>
          <p:cNvSpPr/>
          <p:nvPr/>
        </p:nvSpPr>
        <p:spPr>
          <a:xfrm>
            <a:off x="1933877" y="3778389"/>
            <a:ext cx="4458972" cy="878574"/>
          </a:xfrm>
          <a:prstGeom prst="roundRect">
            <a:avLst>
              <a:gd name="adj" fmla="val 50000"/>
            </a:avLst>
          </a:prstGeom>
          <a:solidFill>
            <a:srgbClr val="733C9B">
              <a:alpha val="33020"/>
            </a:srgbClr>
          </a:solidFill>
          <a:ln w="1905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5" name="Google Shape;868;p25">
            <a:extLst>
              <a:ext uri="{FF2B5EF4-FFF2-40B4-BE49-F238E27FC236}">
                <a16:creationId xmlns:a16="http://schemas.microsoft.com/office/drawing/2014/main" id="{C1D48655-17B7-CCAA-E29B-36BF3FC897CA}"/>
              </a:ext>
            </a:extLst>
          </p:cNvPr>
          <p:cNvSpPr txBox="1"/>
          <p:nvPr/>
        </p:nvSpPr>
        <p:spPr>
          <a:xfrm>
            <a:off x="2411582" y="3876337"/>
            <a:ext cx="3503562" cy="54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 dirty="0">
                <a:solidFill>
                  <a:schemeClr val="tx1"/>
                </a:solidFill>
                <a:latin typeface="Montserrat"/>
                <a:ea typeface="Montserrat"/>
                <a:cs typeface="Montserrat"/>
                <a:sym typeface="Montserrat"/>
              </a:rPr>
              <a:t>F</a:t>
            </a:r>
            <a:r>
              <a:rPr lang="ro-RO" sz="1600" b="1" dirty="0" err="1">
                <a:solidFill>
                  <a:schemeClr val="tx1"/>
                </a:solidFill>
                <a:latin typeface="Montserrat"/>
                <a:ea typeface="Montserrat"/>
                <a:cs typeface="Montserrat"/>
                <a:sym typeface="Montserrat"/>
              </a:rPr>
              <a:t>acilitățile</a:t>
            </a:r>
            <a:r>
              <a:rPr lang="ro-RO" sz="1600" b="1" dirty="0">
                <a:solidFill>
                  <a:schemeClr val="tx1"/>
                </a:solidFill>
                <a:latin typeface="Montserrat"/>
                <a:ea typeface="Montserrat"/>
                <a:cs typeface="Montserrat"/>
                <a:sym typeface="Montserrat"/>
              </a:rPr>
              <a:t> celorlalte firme +</a:t>
            </a:r>
            <a:r>
              <a:rPr lang="ro-RO" sz="1600" b="1" dirty="0" err="1">
                <a:solidFill>
                  <a:schemeClr val="tx1"/>
                </a:solidFill>
                <a:latin typeface="Montserrat"/>
                <a:ea typeface="Montserrat"/>
                <a:cs typeface="Montserrat"/>
                <a:sym typeface="Montserrat"/>
              </a:rPr>
              <a:t>pret</a:t>
            </a:r>
            <a:r>
              <a:rPr lang="ro-RO" sz="1600" b="1" dirty="0">
                <a:solidFill>
                  <a:schemeClr val="tx1"/>
                </a:solidFill>
                <a:latin typeface="Montserrat"/>
                <a:ea typeface="Montserrat"/>
                <a:cs typeface="Montserrat"/>
                <a:sym typeface="Montserrat"/>
              </a:rPr>
              <a:t> mai avantajos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7" name="Google Shape;597;p19"/>
          <p:cNvSpPr txBox="1">
            <a:spLocks noGrp="1"/>
          </p:cNvSpPr>
          <p:nvPr>
            <p:ph type="title"/>
          </p:nvPr>
        </p:nvSpPr>
        <p:spPr>
          <a:xfrm>
            <a:off x="1152939" y="520129"/>
            <a:ext cx="6077542" cy="576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/>
            <a:r>
              <a:rPr lang="en" u="sng" dirty="0"/>
              <a:t>Validare</a:t>
            </a:r>
            <a:endParaRPr u="sng" dirty="0"/>
          </a:p>
        </p:txBody>
      </p:sp>
      <p:graphicFrame>
        <p:nvGraphicFramePr>
          <p:cNvPr id="607" name="Google Shape;607;p19"/>
          <p:cNvGraphicFramePr/>
          <p:nvPr>
            <p:extLst>
              <p:ext uri="{D42A27DB-BD31-4B8C-83A1-F6EECF244321}">
                <p14:modId xmlns:p14="http://schemas.microsoft.com/office/powerpoint/2010/main" val="1942904452"/>
              </p:ext>
            </p:extLst>
          </p:nvPr>
        </p:nvGraphicFramePr>
        <p:xfrm>
          <a:off x="2671639" y="1550505"/>
          <a:ext cx="6136761" cy="2714166"/>
        </p:xfrm>
        <a:graphic>
          <a:graphicData uri="http://schemas.openxmlformats.org/drawingml/2006/table">
            <a:tbl>
              <a:tblPr>
                <a:noFill/>
                <a:tableStyleId>{4CDACBFB-2300-4488-B464-44D6CCA20A45}</a:tableStyleId>
              </a:tblPr>
              <a:tblGrid>
                <a:gridCol w="152924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58887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0186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837709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600" b="1" dirty="0">
                          <a:solidFill>
                            <a:schemeClr val="dk1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Competitie</a:t>
                      </a:r>
                      <a:endParaRPr sz="1600" b="1" dirty="0">
                        <a:solidFill>
                          <a:schemeClr val="dk1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91425" marR="91425" marT="91425" marB="91425">
                    <a:lnL w="19050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733C9B">
                        <a:alpha val="3302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600" b="1" dirty="0">
                          <a:solidFill>
                            <a:schemeClr val="dk1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Procent /piata vizata</a:t>
                      </a:r>
                      <a:endParaRPr sz="1600" b="1" dirty="0">
                        <a:solidFill>
                          <a:schemeClr val="dk1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91425" marR="91425" marT="91425" marB="91425">
                    <a:lnL w="19050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733C9B">
                        <a:alpha val="3302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600" b="1" dirty="0">
                          <a:solidFill>
                            <a:schemeClr val="dk1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 Clienti</a:t>
                      </a:r>
                      <a:endParaRPr sz="1600" b="1" dirty="0">
                        <a:solidFill>
                          <a:schemeClr val="dk1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91425" marR="91425" marT="91425" marB="91425">
                    <a:lnL w="19050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733C9B">
                        <a:alpha val="3302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69105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ro-RO" sz="1400" dirty="0" err="1">
                          <a:solidFill>
                            <a:schemeClr val="dk1"/>
                          </a:solidFill>
                          <a:latin typeface="Montserrat Medium"/>
                          <a:ea typeface="Montserrat Medium"/>
                          <a:cs typeface="Montserrat Medium"/>
                          <a:sym typeface="Montserrat Medium"/>
                        </a:rPr>
                        <a:t>Proofpoint</a:t>
                      </a:r>
                      <a:r>
                        <a:rPr lang="ro-RO" sz="1400" dirty="0">
                          <a:solidFill>
                            <a:schemeClr val="dk1"/>
                          </a:solidFill>
                          <a:latin typeface="Montserrat Medium"/>
                          <a:ea typeface="Montserrat Medium"/>
                          <a:cs typeface="Montserrat Medium"/>
                          <a:sym typeface="Montserrat Medium"/>
                        </a:rPr>
                        <a:t> </a:t>
                      </a:r>
                    </a:p>
                  </a:txBody>
                  <a:tcPr marL="45700" marR="45700" marT="45700" marB="45700" anchor="ctr">
                    <a:lnL w="19050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400" dirty="0">
                          <a:solidFill>
                            <a:schemeClr val="dk1"/>
                          </a:solidFill>
                          <a:latin typeface="Montserrat Medium"/>
                          <a:ea typeface="Montserrat Medium"/>
                          <a:cs typeface="Montserrat Medium"/>
                          <a:sym typeface="Montserrat Medium"/>
                        </a:rPr>
                        <a:t>20% </a:t>
                      </a:r>
                      <a:endParaRPr sz="1400" dirty="0">
                        <a:solidFill>
                          <a:schemeClr val="dk1"/>
                        </a:solidFill>
                        <a:latin typeface="Montserrat Medium"/>
                        <a:ea typeface="Montserrat Medium"/>
                        <a:cs typeface="Montserrat Medium"/>
                        <a:sym typeface="Montserrat Medium"/>
                      </a:endParaRPr>
                    </a:p>
                  </a:txBody>
                  <a:tcPr marL="91425" marR="91425" marT="91425" marB="91425">
                    <a:lnL w="19050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o-RO" sz="1400" dirty="0">
                          <a:solidFill>
                            <a:schemeClr val="dk1"/>
                          </a:solidFill>
                          <a:latin typeface="Montserrat Medium"/>
                          <a:ea typeface="Montserrat Medium"/>
                          <a:cs typeface="Montserrat Medium"/>
                          <a:sym typeface="Montserrat Medium"/>
                        </a:rPr>
                        <a:t>firme mari</a:t>
                      </a:r>
                      <a:endParaRPr sz="1400" dirty="0">
                        <a:solidFill>
                          <a:schemeClr val="dk1"/>
                        </a:solidFill>
                        <a:latin typeface="Montserrat Medium"/>
                        <a:ea typeface="Montserrat Medium"/>
                        <a:cs typeface="Montserrat Medium"/>
                        <a:sym typeface="Montserrat Medium"/>
                      </a:endParaRPr>
                    </a:p>
                  </a:txBody>
                  <a:tcPr marL="91425" marR="91425" marT="91425" marB="91425">
                    <a:lnL w="19050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03676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o-RO" sz="1400" dirty="0" err="1">
                          <a:solidFill>
                            <a:schemeClr val="dk1"/>
                          </a:solidFill>
                          <a:latin typeface="Montserrat Medium"/>
                          <a:ea typeface="Montserrat Medium"/>
                          <a:cs typeface="Montserrat Medium"/>
                          <a:sym typeface="Montserrat Medium"/>
                        </a:rPr>
                        <a:t>Guardio</a:t>
                      </a:r>
                      <a:endParaRPr sz="1400" dirty="0">
                        <a:solidFill>
                          <a:schemeClr val="dk1"/>
                        </a:solidFill>
                        <a:latin typeface="Montserrat Medium"/>
                        <a:ea typeface="Montserrat Medium"/>
                        <a:cs typeface="Montserrat Medium"/>
                        <a:sym typeface="Montserrat Medium"/>
                      </a:endParaRPr>
                    </a:p>
                  </a:txBody>
                  <a:tcPr marL="45700" marR="45700" marT="45700" marB="45700" anchor="ctr">
                    <a:lnL w="19050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400" dirty="0">
                          <a:solidFill>
                            <a:schemeClr val="dk1"/>
                          </a:solidFill>
                          <a:latin typeface="Montserrat Medium"/>
                          <a:ea typeface="Montserrat Medium"/>
                          <a:cs typeface="Montserrat Medium"/>
                          <a:sym typeface="Montserrat Medium"/>
                        </a:rPr>
                        <a:t>80% </a:t>
                      </a:r>
                      <a:endParaRPr sz="1400" dirty="0">
                        <a:solidFill>
                          <a:schemeClr val="dk1"/>
                        </a:solidFill>
                        <a:latin typeface="Montserrat Medium"/>
                        <a:ea typeface="Montserrat Medium"/>
                        <a:cs typeface="Montserrat Medium"/>
                        <a:sym typeface="Montserrat Medium"/>
                      </a:endParaRPr>
                    </a:p>
                  </a:txBody>
                  <a:tcPr marL="91425" marR="91425" marT="91425" marB="91425">
                    <a:lnL w="19050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-IT" sz="1400" dirty="0">
                          <a:solidFill>
                            <a:schemeClr val="dk1"/>
                          </a:solidFill>
                          <a:latin typeface="Montserrat Medium"/>
                          <a:ea typeface="Montserrat Medium"/>
                          <a:cs typeface="Montserrat Medium"/>
                          <a:sym typeface="Montserrat Medium"/>
                        </a:rPr>
                        <a:t>persoanele fizice + business-urile</a:t>
                      </a:r>
                      <a:endParaRPr sz="1400" dirty="0">
                        <a:solidFill>
                          <a:schemeClr val="dk1"/>
                        </a:solidFill>
                        <a:latin typeface="Montserrat Medium"/>
                        <a:ea typeface="Montserrat Medium"/>
                        <a:cs typeface="Montserrat Medium"/>
                        <a:sym typeface="Montserrat Medium"/>
                      </a:endParaRPr>
                    </a:p>
                  </a:txBody>
                  <a:tcPr marL="91425" marR="91425" marT="91425" marB="91425">
                    <a:lnL w="19050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03676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o-RO" sz="1400" dirty="0" err="1">
                          <a:solidFill>
                            <a:schemeClr val="dk1"/>
                          </a:solidFill>
                          <a:latin typeface="Montserrat Medium"/>
                          <a:ea typeface="Montserrat Medium"/>
                          <a:cs typeface="Montserrat Medium"/>
                          <a:sym typeface="Montserrat Medium"/>
                        </a:rPr>
                        <a:t>Cloud</a:t>
                      </a:r>
                      <a:r>
                        <a:rPr lang="ro-RO" sz="1400" dirty="0">
                          <a:solidFill>
                            <a:schemeClr val="dk1"/>
                          </a:solidFill>
                          <a:latin typeface="Montserrat Medium"/>
                          <a:ea typeface="Montserrat Medium"/>
                          <a:cs typeface="Montserrat Medium"/>
                          <a:sym typeface="Montserrat Medium"/>
                        </a:rPr>
                        <a:t> </a:t>
                      </a:r>
                      <a:r>
                        <a:rPr lang="ro-RO" sz="1400" dirty="0" err="1">
                          <a:solidFill>
                            <a:schemeClr val="dk1"/>
                          </a:solidFill>
                          <a:latin typeface="Montserrat Medium"/>
                          <a:ea typeface="Montserrat Medium"/>
                          <a:cs typeface="Montserrat Medium"/>
                          <a:sym typeface="Montserrat Medium"/>
                        </a:rPr>
                        <a:t>Protection</a:t>
                      </a:r>
                      <a:r>
                        <a:rPr lang="ro-RO" sz="1400" dirty="0">
                          <a:solidFill>
                            <a:schemeClr val="dk1"/>
                          </a:solidFill>
                          <a:latin typeface="Montserrat Medium"/>
                          <a:ea typeface="Montserrat Medium"/>
                          <a:cs typeface="Montserrat Medium"/>
                          <a:sym typeface="Montserrat Medium"/>
                        </a:rPr>
                        <a:t> </a:t>
                      </a:r>
                      <a:endParaRPr sz="1400" dirty="0">
                        <a:solidFill>
                          <a:schemeClr val="dk1"/>
                        </a:solidFill>
                        <a:latin typeface="Montserrat Medium"/>
                        <a:ea typeface="Montserrat Medium"/>
                        <a:cs typeface="Montserrat Medium"/>
                        <a:sym typeface="Montserrat Medium"/>
                      </a:endParaRPr>
                    </a:p>
                  </a:txBody>
                  <a:tcPr marL="45700" marR="45700" marT="45700" marB="45700" anchor="ctr">
                    <a:lnL w="19050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400" dirty="0">
                          <a:solidFill>
                            <a:schemeClr val="dk1"/>
                          </a:solidFill>
                          <a:latin typeface="Montserrat Medium"/>
                          <a:ea typeface="Montserrat Medium"/>
                          <a:cs typeface="Montserrat Medium"/>
                          <a:sym typeface="Montserrat Medium"/>
                        </a:rPr>
                        <a:t>10% </a:t>
                      </a:r>
                      <a:endParaRPr sz="1400" dirty="0">
                        <a:solidFill>
                          <a:schemeClr val="dk1"/>
                        </a:solidFill>
                        <a:latin typeface="Montserrat Medium"/>
                        <a:ea typeface="Montserrat Medium"/>
                        <a:cs typeface="Montserrat Medium"/>
                        <a:sym typeface="Montserrat Medium"/>
                      </a:endParaRPr>
                    </a:p>
                  </a:txBody>
                  <a:tcPr marL="91425" marR="91425" marT="91425" marB="91425">
                    <a:lnL w="19050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400" dirty="0">
                          <a:solidFill>
                            <a:schemeClr val="dk1"/>
                          </a:solidFill>
                          <a:latin typeface="Montserrat Medium"/>
                          <a:ea typeface="Montserrat Medium"/>
                          <a:cs typeface="Montserrat Medium"/>
                          <a:sym typeface="Montserrat Medium"/>
                        </a:rPr>
                        <a:t>î</a:t>
                      </a:r>
                      <a:r>
                        <a:rPr lang="ro-RO" sz="1400" dirty="0">
                          <a:solidFill>
                            <a:schemeClr val="dk1"/>
                          </a:solidFill>
                          <a:latin typeface="Montserrat Medium"/>
                          <a:ea typeface="Montserrat Medium"/>
                          <a:cs typeface="Montserrat Medium"/>
                          <a:sym typeface="Montserrat Medium"/>
                        </a:rPr>
                        <a:t>n continua </a:t>
                      </a:r>
                      <a:r>
                        <a:rPr lang="ro-RO" sz="1400" dirty="0" err="1">
                          <a:solidFill>
                            <a:schemeClr val="dk1"/>
                          </a:solidFill>
                          <a:latin typeface="Montserrat Medium"/>
                          <a:ea typeface="Montserrat Medium"/>
                          <a:cs typeface="Montserrat Medium"/>
                          <a:sym typeface="Montserrat Medium"/>
                        </a:rPr>
                        <a:t>crestere</a:t>
                      </a:r>
                      <a:endParaRPr sz="1400" dirty="0">
                        <a:solidFill>
                          <a:schemeClr val="dk1"/>
                        </a:solidFill>
                        <a:latin typeface="Montserrat Medium"/>
                        <a:ea typeface="Montserrat Medium"/>
                        <a:cs typeface="Montserrat Medium"/>
                        <a:sym typeface="Montserrat Medium"/>
                      </a:endParaRPr>
                    </a:p>
                  </a:txBody>
                  <a:tcPr marL="91425" marR="91425" marT="91425" marB="91425">
                    <a:lnL w="19050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3" name="Google Shape;752;p24">
            <a:extLst>
              <a:ext uri="{FF2B5EF4-FFF2-40B4-BE49-F238E27FC236}">
                <a16:creationId xmlns:a16="http://schemas.microsoft.com/office/drawing/2014/main" id="{AED518EC-19E3-ACD2-4494-79E55D3CDB78}"/>
              </a:ext>
            </a:extLst>
          </p:cNvPr>
          <p:cNvSpPr/>
          <p:nvPr/>
        </p:nvSpPr>
        <p:spPr>
          <a:xfrm rot="5400000">
            <a:off x="565867" y="2027537"/>
            <a:ext cx="1431970" cy="1892503"/>
          </a:xfrm>
          <a:prstGeom prst="hexagon">
            <a:avLst>
              <a:gd name="adj" fmla="val 25000"/>
              <a:gd name="vf" fmla="val 115470"/>
            </a:avLst>
          </a:prstGeom>
          <a:solidFill>
            <a:srgbClr val="733C9B">
              <a:alpha val="33020"/>
            </a:srgbClr>
          </a:solidFill>
          <a:ln w="1905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2" name="CasetăText 1">
            <a:extLst>
              <a:ext uri="{FF2B5EF4-FFF2-40B4-BE49-F238E27FC236}">
                <a16:creationId xmlns:a16="http://schemas.microsoft.com/office/drawing/2014/main" id="{F002DB66-1085-3493-6AD7-41F27197A15A}"/>
              </a:ext>
            </a:extLst>
          </p:cNvPr>
          <p:cNvSpPr txBox="1"/>
          <p:nvPr/>
        </p:nvSpPr>
        <p:spPr>
          <a:xfrm>
            <a:off x="335600" y="2712178"/>
            <a:ext cx="199577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sv-SE" b="1" dirty="0">
                <a:solidFill>
                  <a:schemeClr val="tx1"/>
                </a:solidFill>
                <a:latin typeface="Montserrat Black" panose="00000A00000000000000" pitchFamily="2" charset="0"/>
              </a:rPr>
              <a:t>Procent tinta de 40% din SAM.</a:t>
            </a:r>
            <a:endParaRPr lang="ro-RO" b="1" dirty="0">
              <a:solidFill>
                <a:schemeClr val="tx1"/>
              </a:solidFill>
              <a:latin typeface="Montserrat Black" panose="00000A00000000000000" pitchFamily="2" charset="0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8" name="Google Shape;728;p23"/>
          <p:cNvSpPr txBox="1">
            <a:spLocks noGrp="1"/>
          </p:cNvSpPr>
          <p:nvPr>
            <p:ph type="title"/>
          </p:nvPr>
        </p:nvSpPr>
        <p:spPr>
          <a:xfrm>
            <a:off x="1268640" y="1083900"/>
            <a:ext cx="7704000" cy="576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/>
            <a:r>
              <a:rPr lang="en-US" b="1" u="sng" dirty="0"/>
              <a:t>Goto market</a:t>
            </a:r>
            <a:endParaRPr dirty="0"/>
          </a:p>
        </p:txBody>
      </p:sp>
      <p:graphicFrame>
        <p:nvGraphicFramePr>
          <p:cNvPr id="729" name="Google Shape;729;p23"/>
          <p:cNvGraphicFramePr/>
          <p:nvPr>
            <p:extLst>
              <p:ext uri="{D42A27DB-BD31-4B8C-83A1-F6EECF244321}">
                <p14:modId xmlns:p14="http://schemas.microsoft.com/office/powerpoint/2010/main" val="1536061407"/>
              </p:ext>
            </p:extLst>
          </p:nvPr>
        </p:nvGraphicFramePr>
        <p:xfrm>
          <a:off x="3256461" y="2571750"/>
          <a:ext cx="5086850" cy="1035400"/>
        </p:xfrm>
        <a:graphic>
          <a:graphicData uri="http://schemas.openxmlformats.org/drawingml/2006/table">
            <a:tbl>
              <a:tblPr>
                <a:noFill/>
                <a:tableStyleId>{4CDACBFB-2300-4488-B464-44D6CCA20A45}</a:tableStyleId>
              </a:tblPr>
              <a:tblGrid>
                <a:gridCol w="20340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0527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51770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sz="1600" dirty="0" err="1">
                          <a:solidFill>
                            <a:schemeClr val="dk1"/>
                          </a:solidFill>
                          <a:latin typeface="Montserrat Black"/>
                          <a:ea typeface="Montserrat Black"/>
                          <a:cs typeface="Montserrat Black"/>
                          <a:sym typeface="Montserrat Black"/>
                        </a:rPr>
                        <a:t>Reclame</a:t>
                      </a:r>
                      <a:r>
                        <a:rPr lang="en-US" sz="1600" dirty="0">
                          <a:solidFill>
                            <a:schemeClr val="dk1"/>
                          </a:solidFill>
                          <a:latin typeface="Montserrat Black"/>
                          <a:ea typeface="Montserrat Black"/>
                          <a:cs typeface="Montserrat Black"/>
                          <a:sym typeface="Montserrat Black"/>
                        </a:rPr>
                        <a:t> video</a:t>
                      </a:r>
                      <a:endParaRPr lang="ro-RO" sz="1600" dirty="0">
                        <a:solidFill>
                          <a:schemeClr val="dk1"/>
                        </a:solidFill>
                      </a:endParaRPr>
                    </a:p>
                  </a:txBody>
                  <a:tcPr marL="91425" marR="91425" marT="91425" marB="91425" anchor="ctr">
                    <a:lnL w="19050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733C9B">
                        <a:alpha val="3302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dirty="0" err="1">
                          <a:solidFill>
                            <a:schemeClr val="dk1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Captarea</a:t>
                      </a:r>
                      <a:r>
                        <a:rPr lang="en-US" dirty="0">
                          <a:solidFill>
                            <a:schemeClr val="dk1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 </a:t>
                      </a:r>
                      <a:r>
                        <a:rPr lang="en-US" dirty="0" err="1">
                          <a:solidFill>
                            <a:schemeClr val="dk1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atentiei</a:t>
                      </a:r>
                      <a:endParaRPr dirty="0">
                        <a:solidFill>
                          <a:schemeClr val="dk1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91425" marR="91425" marT="91425" marB="91425" anchor="ctr">
                    <a:lnL w="19050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177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o-RO" sz="1600" dirty="0">
                          <a:solidFill>
                            <a:schemeClr val="dk1"/>
                          </a:solidFill>
                          <a:latin typeface="Montserrat Black"/>
                          <a:ea typeface="Montserrat Black"/>
                          <a:cs typeface="Montserrat Black"/>
                          <a:sym typeface="Montserrat Black"/>
                        </a:rPr>
                        <a:t>Evenimente</a:t>
                      </a:r>
                      <a:endParaRPr dirty="0">
                        <a:solidFill>
                          <a:schemeClr val="dk1"/>
                        </a:solidFill>
                      </a:endParaRPr>
                    </a:p>
                  </a:txBody>
                  <a:tcPr marL="91425" marR="91425" marT="91425" marB="91425" anchor="ctr">
                    <a:lnL w="19050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733C9B">
                        <a:alpha val="3302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o-RO" dirty="0">
                          <a:solidFill>
                            <a:schemeClr val="dk1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Demonstrație live</a:t>
                      </a:r>
                      <a:endParaRPr dirty="0">
                        <a:solidFill>
                          <a:schemeClr val="dk1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91425" marR="91425" marT="91425" marB="91425" anchor="ctr">
                    <a:lnL w="19050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730" name="Google Shape;730;p23"/>
          <p:cNvSpPr/>
          <p:nvPr/>
        </p:nvSpPr>
        <p:spPr>
          <a:xfrm>
            <a:off x="579937" y="1536450"/>
            <a:ext cx="1035300" cy="1035300"/>
          </a:xfrm>
          <a:prstGeom prst="rect">
            <a:avLst/>
          </a:prstGeom>
          <a:solidFill>
            <a:srgbClr val="733C9B">
              <a:alpha val="33020"/>
            </a:srgbClr>
          </a:solidFill>
          <a:ln w="1905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800" dirty="0">
                <a:solidFill>
                  <a:schemeClr val="dk1"/>
                </a:solidFill>
                <a:latin typeface="Montserrat Black"/>
                <a:sym typeface="Montserrat Black"/>
              </a:rPr>
              <a:t>L</a:t>
            </a:r>
            <a:endParaRPr sz="1800" dirty="0">
              <a:solidFill>
                <a:schemeClr val="dk1"/>
              </a:solidFill>
            </a:endParaRPr>
          </a:p>
        </p:txBody>
      </p:sp>
      <p:sp>
        <p:nvSpPr>
          <p:cNvPr id="731" name="Google Shape;731;p23"/>
          <p:cNvSpPr/>
          <p:nvPr/>
        </p:nvSpPr>
        <p:spPr>
          <a:xfrm>
            <a:off x="1615378" y="1536450"/>
            <a:ext cx="1035300" cy="1035300"/>
          </a:xfrm>
          <a:prstGeom prst="rect">
            <a:avLst/>
          </a:prstGeom>
          <a:solidFill>
            <a:srgbClr val="733C9B">
              <a:alpha val="33020"/>
            </a:srgbClr>
          </a:solidFill>
          <a:ln w="1905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algn="ctr"/>
            <a:r>
              <a:rPr lang="en-US" sz="2800" dirty="0">
                <a:solidFill>
                  <a:schemeClr val="dk1"/>
                </a:solidFill>
                <a:latin typeface="Montserrat Black"/>
                <a:ea typeface="Montserrat Black"/>
                <a:cs typeface="Montserrat Black"/>
                <a:sym typeface="Montserrat Black"/>
              </a:rPr>
              <a:t>C</a:t>
            </a:r>
            <a:endParaRPr lang="ro-RO" sz="2800" dirty="0">
              <a:solidFill>
                <a:schemeClr val="dk1"/>
              </a:solidFill>
            </a:endParaRPr>
          </a:p>
        </p:txBody>
      </p:sp>
      <p:sp>
        <p:nvSpPr>
          <p:cNvPr id="733" name="Google Shape;733;p23"/>
          <p:cNvSpPr/>
          <p:nvPr/>
        </p:nvSpPr>
        <p:spPr>
          <a:xfrm>
            <a:off x="1097587" y="2581600"/>
            <a:ext cx="1035300" cy="1035300"/>
          </a:xfrm>
          <a:prstGeom prst="rect">
            <a:avLst/>
          </a:prstGeom>
          <a:solidFill>
            <a:srgbClr val="733C9B">
              <a:alpha val="33020"/>
            </a:srgbClr>
          </a:solidFill>
          <a:ln w="1905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algn="ctr"/>
            <a:r>
              <a:rPr lang="ro-RO" sz="2800" dirty="0">
                <a:solidFill>
                  <a:schemeClr val="dk1"/>
                </a:solidFill>
                <a:latin typeface="Montserrat Black"/>
                <a:ea typeface="Montserrat Black"/>
                <a:cs typeface="Montserrat Black"/>
                <a:sym typeface="Montserrat Black"/>
              </a:rPr>
              <a:t>W</a:t>
            </a:r>
            <a:endParaRPr lang="ro-RO" sz="2800" dirty="0">
              <a:solidFill>
                <a:schemeClr val="dk1"/>
              </a:solidFill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dirty="0">
              <a:solidFill>
                <a:schemeClr val="dk1"/>
              </a:solidFill>
            </a:endParaRPr>
          </a:p>
        </p:txBody>
      </p:sp>
      <p:sp>
        <p:nvSpPr>
          <p:cNvPr id="738" name="Google Shape;738;p23"/>
          <p:cNvSpPr txBox="1"/>
          <p:nvPr/>
        </p:nvSpPr>
        <p:spPr>
          <a:xfrm>
            <a:off x="1615387" y="2252500"/>
            <a:ext cx="1035300" cy="329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ro-RO" sz="1000" dirty="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Conferințe</a:t>
            </a:r>
            <a:endParaRPr sz="1000" dirty="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739" name="Google Shape;739;p23"/>
          <p:cNvSpPr txBox="1"/>
          <p:nvPr/>
        </p:nvSpPr>
        <p:spPr>
          <a:xfrm>
            <a:off x="579937" y="2252500"/>
            <a:ext cx="1035300" cy="329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ro-RO" sz="1000" dirty="0" err="1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LinkedIn</a:t>
            </a:r>
            <a:endParaRPr sz="1000" dirty="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740" name="Google Shape;740;p23"/>
          <p:cNvSpPr txBox="1"/>
          <p:nvPr/>
        </p:nvSpPr>
        <p:spPr>
          <a:xfrm>
            <a:off x="1097587" y="3297650"/>
            <a:ext cx="1035300" cy="329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ro-RO" sz="1000" dirty="0" err="1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Webinarii</a:t>
            </a:r>
            <a:endParaRPr sz="1000" dirty="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4" name="Google Shape;884;p26"/>
          <p:cNvSpPr txBox="1">
            <a:spLocks noGrp="1"/>
          </p:cNvSpPr>
          <p:nvPr>
            <p:ph type="title"/>
          </p:nvPr>
        </p:nvSpPr>
        <p:spPr>
          <a:xfrm>
            <a:off x="638055" y="452915"/>
            <a:ext cx="4806756" cy="576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u="sng" dirty="0" err="1"/>
              <a:t>Echipa</a:t>
            </a:r>
            <a:r>
              <a:rPr lang="en-US" u="sng" dirty="0"/>
              <a:t>: </a:t>
            </a:r>
            <a:r>
              <a:rPr lang="en-US" u="sng" dirty="0" err="1"/>
              <a:t>M_Power</a:t>
            </a:r>
            <a:endParaRPr u="sng" dirty="0"/>
          </a:p>
        </p:txBody>
      </p:sp>
      <p:cxnSp>
        <p:nvCxnSpPr>
          <p:cNvPr id="887" name="Google Shape;887;p26"/>
          <p:cNvCxnSpPr>
            <a:cxnSpLocks/>
          </p:cNvCxnSpPr>
          <p:nvPr/>
        </p:nvCxnSpPr>
        <p:spPr>
          <a:xfrm>
            <a:off x="2897695" y="1806575"/>
            <a:ext cx="0" cy="2835834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890" name="Google Shape;890;p26"/>
          <p:cNvCxnSpPr>
            <a:cxnSpLocks/>
          </p:cNvCxnSpPr>
          <p:nvPr/>
        </p:nvCxnSpPr>
        <p:spPr>
          <a:xfrm flipH="1">
            <a:off x="1068782" y="3072601"/>
            <a:ext cx="3657826" cy="17391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888" name="Google Shape;888;p26"/>
          <p:cNvSpPr txBox="1"/>
          <p:nvPr/>
        </p:nvSpPr>
        <p:spPr>
          <a:xfrm>
            <a:off x="5992085" y="723067"/>
            <a:ext cx="19752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 dirty="0">
                <a:solidFill>
                  <a:schemeClr val="dk1"/>
                </a:solidFill>
                <a:latin typeface="Montserrat Black" panose="00000A00000000000000" pitchFamily="2" charset="0"/>
                <a:ea typeface="Montserrat"/>
                <a:cs typeface="Montserrat"/>
                <a:sym typeface="Montserrat"/>
              </a:rPr>
              <a:t>Sarcini indeplinite:</a:t>
            </a:r>
            <a:endParaRPr sz="1800" dirty="0">
              <a:solidFill>
                <a:schemeClr val="dk1"/>
              </a:solidFill>
              <a:latin typeface="Montserrat Black" panose="00000A00000000000000" pitchFamily="2" charset="0"/>
              <a:ea typeface="Montserrat"/>
              <a:cs typeface="Montserrat"/>
              <a:sym typeface="Montserrat"/>
            </a:endParaRPr>
          </a:p>
        </p:txBody>
      </p:sp>
      <p:sp>
        <p:nvSpPr>
          <p:cNvPr id="892" name="Google Shape;892;p26"/>
          <p:cNvSpPr txBox="1"/>
          <p:nvPr/>
        </p:nvSpPr>
        <p:spPr>
          <a:xfrm>
            <a:off x="5758796" y="1990465"/>
            <a:ext cx="25974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>
                <a:solidFill>
                  <a:schemeClr val="dk1"/>
                </a:solidFill>
                <a:latin typeface="Montserrat Black"/>
                <a:ea typeface="Montserrat Black"/>
                <a:cs typeface="Montserrat Black"/>
                <a:sym typeface="Montserrat Black"/>
              </a:rPr>
              <a:t>-</a:t>
            </a:r>
            <a:r>
              <a:rPr lang="en-US" dirty="0" err="1">
                <a:solidFill>
                  <a:schemeClr val="dk1"/>
                </a:solidFill>
                <a:latin typeface="Montserrat Black"/>
                <a:ea typeface="Montserrat Black"/>
                <a:cs typeface="Montserrat Black"/>
                <a:sym typeface="Montserrat Black"/>
              </a:rPr>
              <a:t>dezvoltare</a:t>
            </a:r>
            <a:r>
              <a:rPr lang="en-US" dirty="0">
                <a:solidFill>
                  <a:schemeClr val="dk1"/>
                </a:solidFill>
                <a:latin typeface="Montserrat Black"/>
                <a:ea typeface="Montserrat Black"/>
                <a:cs typeface="Montserrat Black"/>
                <a:sym typeface="Montserrat Black"/>
              </a:rPr>
              <a:t> idee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>
                <a:solidFill>
                  <a:schemeClr val="dk1"/>
                </a:solidFill>
                <a:latin typeface="Montserrat Black"/>
                <a:ea typeface="Montserrat Black"/>
                <a:cs typeface="Montserrat Black"/>
                <a:sym typeface="Montserrat Black"/>
              </a:rPr>
              <a:t>-research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>
                <a:solidFill>
                  <a:schemeClr val="dk1"/>
                </a:solidFill>
                <a:latin typeface="Montserrat Black"/>
                <a:ea typeface="Montserrat Black"/>
                <a:cs typeface="Montserrat Black"/>
                <a:sym typeface="Montserrat Black"/>
              </a:rPr>
              <a:t>-</a:t>
            </a:r>
            <a:r>
              <a:rPr lang="en-US" dirty="0" err="1">
                <a:solidFill>
                  <a:schemeClr val="dk1"/>
                </a:solidFill>
                <a:latin typeface="Montserrat Black"/>
                <a:ea typeface="Montserrat Black"/>
                <a:cs typeface="Montserrat Black"/>
                <a:sym typeface="Montserrat Black"/>
              </a:rPr>
              <a:t>programare</a:t>
            </a:r>
            <a:r>
              <a:rPr lang="en-US" dirty="0">
                <a:solidFill>
                  <a:schemeClr val="dk1"/>
                </a:solidFill>
                <a:latin typeface="Montserrat Black"/>
                <a:ea typeface="Montserrat Black"/>
                <a:cs typeface="Montserrat Black"/>
                <a:sym typeface="Montserrat Black"/>
              </a:rPr>
              <a:t> </a:t>
            </a:r>
            <a:r>
              <a:rPr lang="en-US" dirty="0" err="1">
                <a:solidFill>
                  <a:schemeClr val="dk1"/>
                </a:solidFill>
                <a:latin typeface="Montserrat Black"/>
                <a:ea typeface="Montserrat Black"/>
                <a:cs typeface="Montserrat Black"/>
                <a:sym typeface="Montserrat Black"/>
              </a:rPr>
              <a:t>proiect</a:t>
            </a:r>
            <a:endParaRPr dirty="0">
              <a:solidFill>
                <a:schemeClr val="dk1"/>
              </a:solidFill>
              <a:latin typeface="Montserrat Black"/>
              <a:ea typeface="Montserrat Black"/>
              <a:cs typeface="Montserrat Black"/>
              <a:sym typeface="Montserrat Black"/>
            </a:endParaRPr>
          </a:p>
        </p:txBody>
      </p:sp>
      <p:sp>
        <p:nvSpPr>
          <p:cNvPr id="895" name="Google Shape;895;p26"/>
          <p:cNvSpPr txBox="1"/>
          <p:nvPr/>
        </p:nvSpPr>
        <p:spPr>
          <a:xfrm>
            <a:off x="5758796" y="3608297"/>
            <a:ext cx="2597400" cy="49052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>
                <a:solidFill>
                  <a:schemeClr val="dk1"/>
                </a:solidFill>
                <a:latin typeface="Montserrat Black"/>
                <a:ea typeface="Montserrat Black"/>
                <a:cs typeface="Montserrat Black"/>
                <a:sym typeface="Montserrat Black"/>
              </a:rPr>
              <a:t>-prezentator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>
                <a:solidFill>
                  <a:schemeClr val="dk1"/>
                </a:solidFill>
                <a:latin typeface="Montserrat Black"/>
                <a:ea typeface="Montserrat Black"/>
                <a:cs typeface="Montserrat Black"/>
                <a:sym typeface="Montserrat Black"/>
              </a:rPr>
              <a:t>-interfata proiect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>
                <a:solidFill>
                  <a:schemeClr val="dk1"/>
                </a:solidFill>
                <a:latin typeface="Montserrat Black"/>
                <a:ea typeface="Montserrat Black"/>
                <a:cs typeface="Montserrat Black"/>
                <a:sym typeface="Montserrat Black"/>
              </a:rPr>
              <a:t>-editare prezentare</a:t>
            </a:r>
            <a:endParaRPr dirty="0">
              <a:solidFill>
                <a:schemeClr val="dk1"/>
              </a:solidFill>
              <a:latin typeface="Montserrat Black"/>
              <a:ea typeface="Montserrat Black"/>
              <a:cs typeface="Montserrat Black"/>
              <a:sym typeface="Montserrat Black"/>
            </a:endParaRPr>
          </a:p>
        </p:txBody>
      </p:sp>
      <p:sp>
        <p:nvSpPr>
          <p:cNvPr id="901" name="Google Shape;901;p26"/>
          <p:cNvSpPr/>
          <p:nvPr/>
        </p:nvSpPr>
        <p:spPr>
          <a:xfrm rot="5400000">
            <a:off x="1490441" y="1746207"/>
            <a:ext cx="817044" cy="1301123"/>
          </a:xfrm>
          <a:prstGeom prst="hexagon">
            <a:avLst>
              <a:gd name="adj" fmla="val 25000"/>
              <a:gd name="vf" fmla="val 115470"/>
            </a:avLst>
          </a:prstGeom>
          <a:solidFill>
            <a:srgbClr val="DDB5F5"/>
          </a:solidFill>
          <a:ln w="19050" cap="flat" cmpd="sng">
            <a:solidFill>
              <a:schemeClr val="bg1">
                <a:lumMod val="10000"/>
                <a:lumOff val="90000"/>
              </a:scheme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2" name="Google Shape;900;p26">
            <a:extLst>
              <a:ext uri="{FF2B5EF4-FFF2-40B4-BE49-F238E27FC236}">
                <a16:creationId xmlns:a16="http://schemas.microsoft.com/office/drawing/2014/main" id="{7EF5F0B4-176B-0BC3-7CAB-ABA01904C6DA}"/>
              </a:ext>
            </a:extLst>
          </p:cNvPr>
          <p:cNvSpPr/>
          <p:nvPr/>
        </p:nvSpPr>
        <p:spPr>
          <a:xfrm rot="5400000">
            <a:off x="1585774" y="3107352"/>
            <a:ext cx="831549" cy="1331451"/>
          </a:xfrm>
          <a:prstGeom prst="hexagon">
            <a:avLst>
              <a:gd name="adj" fmla="val 25000"/>
              <a:gd name="vf" fmla="val 115470"/>
            </a:avLst>
          </a:prstGeom>
          <a:solidFill>
            <a:srgbClr val="8959CF"/>
          </a:solidFill>
          <a:ln w="19050" cap="flat" cmpd="sng">
            <a:solidFill>
              <a:schemeClr val="bg1">
                <a:lumMod val="10000"/>
                <a:lumOff val="90000"/>
              </a:scheme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3" name="Google Shape;901;p26">
            <a:extLst>
              <a:ext uri="{FF2B5EF4-FFF2-40B4-BE49-F238E27FC236}">
                <a16:creationId xmlns:a16="http://schemas.microsoft.com/office/drawing/2014/main" id="{925A65D4-4654-D469-6B3A-EBAA459F5AD5}"/>
              </a:ext>
            </a:extLst>
          </p:cNvPr>
          <p:cNvSpPr/>
          <p:nvPr/>
        </p:nvSpPr>
        <p:spPr>
          <a:xfrm rot="5400000">
            <a:off x="3538587" y="3213670"/>
            <a:ext cx="833392" cy="1350143"/>
          </a:xfrm>
          <a:prstGeom prst="hexagon">
            <a:avLst>
              <a:gd name="adj" fmla="val 25000"/>
              <a:gd name="vf" fmla="val 115470"/>
            </a:avLst>
          </a:prstGeom>
          <a:solidFill>
            <a:srgbClr val="4B2682"/>
          </a:solidFill>
          <a:ln w="19050" cap="flat" cmpd="sng">
            <a:solidFill>
              <a:schemeClr val="bg1">
                <a:lumMod val="10000"/>
                <a:lumOff val="90000"/>
              </a:scheme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4" name="Google Shape;901;p26">
            <a:extLst>
              <a:ext uri="{FF2B5EF4-FFF2-40B4-BE49-F238E27FC236}">
                <a16:creationId xmlns:a16="http://schemas.microsoft.com/office/drawing/2014/main" id="{F3A158B3-F72D-30FE-2BF4-AD3971CB13AB}"/>
              </a:ext>
            </a:extLst>
          </p:cNvPr>
          <p:cNvSpPr/>
          <p:nvPr/>
        </p:nvSpPr>
        <p:spPr>
          <a:xfrm rot="5400000">
            <a:off x="3420261" y="1802485"/>
            <a:ext cx="884110" cy="1248256"/>
          </a:xfrm>
          <a:prstGeom prst="hexagon">
            <a:avLst>
              <a:gd name="adj" fmla="val 25000"/>
              <a:gd name="vf" fmla="val 115470"/>
            </a:avLst>
          </a:prstGeom>
          <a:solidFill>
            <a:srgbClr val="B868EA"/>
          </a:solidFill>
          <a:ln w="19050" cap="flat" cmpd="sng">
            <a:solidFill>
              <a:schemeClr val="bg1">
                <a:lumMod val="10000"/>
                <a:lumOff val="90000"/>
              </a:scheme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7" name="Google Shape;901;p26">
            <a:extLst>
              <a:ext uri="{FF2B5EF4-FFF2-40B4-BE49-F238E27FC236}">
                <a16:creationId xmlns:a16="http://schemas.microsoft.com/office/drawing/2014/main" id="{33314D2C-EF06-A046-4DA4-52666CD67070}"/>
              </a:ext>
            </a:extLst>
          </p:cNvPr>
          <p:cNvSpPr/>
          <p:nvPr/>
        </p:nvSpPr>
        <p:spPr>
          <a:xfrm rot="5400000">
            <a:off x="5108943" y="2002307"/>
            <a:ext cx="316370" cy="322421"/>
          </a:xfrm>
          <a:prstGeom prst="hexagon">
            <a:avLst>
              <a:gd name="adj" fmla="val 25000"/>
              <a:gd name="vf" fmla="val 115470"/>
            </a:avLst>
          </a:prstGeom>
          <a:solidFill>
            <a:srgbClr val="DDB5F5"/>
          </a:solidFill>
          <a:ln w="19050" cap="flat" cmpd="sng">
            <a:solidFill>
              <a:schemeClr val="bg1">
                <a:lumMod val="10000"/>
                <a:lumOff val="90000"/>
              </a:scheme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8" name="Google Shape;901;p26">
            <a:extLst>
              <a:ext uri="{FF2B5EF4-FFF2-40B4-BE49-F238E27FC236}">
                <a16:creationId xmlns:a16="http://schemas.microsoft.com/office/drawing/2014/main" id="{8CFCA6B0-4C34-3EB3-4378-5591D5A5D471}"/>
              </a:ext>
            </a:extLst>
          </p:cNvPr>
          <p:cNvSpPr/>
          <p:nvPr/>
        </p:nvSpPr>
        <p:spPr>
          <a:xfrm rot="5400000">
            <a:off x="5073547" y="2746220"/>
            <a:ext cx="317222" cy="370323"/>
          </a:xfrm>
          <a:prstGeom prst="hexagon">
            <a:avLst>
              <a:gd name="adj" fmla="val 25000"/>
              <a:gd name="vf" fmla="val 115470"/>
            </a:avLst>
          </a:prstGeom>
          <a:solidFill>
            <a:srgbClr val="B868EA"/>
          </a:solidFill>
          <a:ln w="19050" cap="flat" cmpd="sng">
            <a:solidFill>
              <a:schemeClr val="bg1">
                <a:lumMod val="10000"/>
                <a:lumOff val="90000"/>
              </a:scheme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" name="Google Shape;900;p26">
            <a:extLst>
              <a:ext uri="{FF2B5EF4-FFF2-40B4-BE49-F238E27FC236}">
                <a16:creationId xmlns:a16="http://schemas.microsoft.com/office/drawing/2014/main" id="{AD948F34-8F13-58E5-CCFF-E74A08D7F4E9}"/>
              </a:ext>
            </a:extLst>
          </p:cNvPr>
          <p:cNvSpPr/>
          <p:nvPr/>
        </p:nvSpPr>
        <p:spPr>
          <a:xfrm rot="5400000">
            <a:off x="5093932" y="3480536"/>
            <a:ext cx="303942" cy="397815"/>
          </a:xfrm>
          <a:prstGeom prst="hexagon">
            <a:avLst>
              <a:gd name="adj" fmla="val 25000"/>
              <a:gd name="vf" fmla="val 115470"/>
            </a:avLst>
          </a:prstGeom>
          <a:solidFill>
            <a:srgbClr val="8959CF"/>
          </a:solidFill>
          <a:ln w="19050" cap="flat" cmpd="sng">
            <a:solidFill>
              <a:schemeClr val="bg1">
                <a:lumMod val="10000"/>
                <a:lumOff val="90000"/>
              </a:scheme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" name="Google Shape;901;p26">
            <a:extLst>
              <a:ext uri="{FF2B5EF4-FFF2-40B4-BE49-F238E27FC236}">
                <a16:creationId xmlns:a16="http://schemas.microsoft.com/office/drawing/2014/main" id="{0D61692E-898B-57E5-CE27-A9545BD34143}"/>
              </a:ext>
            </a:extLst>
          </p:cNvPr>
          <p:cNvSpPr/>
          <p:nvPr/>
        </p:nvSpPr>
        <p:spPr>
          <a:xfrm rot="5400000">
            <a:off x="5064968" y="4312985"/>
            <a:ext cx="334379" cy="397816"/>
          </a:xfrm>
          <a:prstGeom prst="hexagon">
            <a:avLst>
              <a:gd name="adj" fmla="val 25000"/>
              <a:gd name="vf" fmla="val 115470"/>
            </a:avLst>
          </a:prstGeom>
          <a:solidFill>
            <a:srgbClr val="4B2682"/>
          </a:solidFill>
          <a:ln w="19050" cap="flat" cmpd="sng">
            <a:solidFill>
              <a:schemeClr val="bg1">
                <a:lumMod val="10000"/>
                <a:lumOff val="90000"/>
              </a:scheme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" name="Google Shape;891;p26">
            <a:extLst>
              <a:ext uri="{FF2B5EF4-FFF2-40B4-BE49-F238E27FC236}">
                <a16:creationId xmlns:a16="http://schemas.microsoft.com/office/drawing/2014/main" id="{BA01E796-9217-6AE2-9DF9-6E9684D95255}"/>
              </a:ext>
            </a:extLst>
          </p:cNvPr>
          <p:cNvSpPr txBox="1"/>
          <p:nvPr/>
        </p:nvSpPr>
        <p:spPr>
          <a:xfrm>
            <a:off x="1242385" y="2142210"/>
            <a:ext cx="1301124" cy="54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 dirty="0">
                <a:solidFill>
                  <a:schemeClr val="bg1"/>
                </a:solidFill>
                <a:latin typeface="Montserrat"/>
                <a:ea typeface="Montserrat"/>
                <a:cs typeface="Montserrat"/>
                <a:sym typeface="Montserrat"/>
              </a:rPr>
              <a:t>Buda Raul-David</a:t>
            </a:r>
            <a:endParaRPr sz="1200" dirty="0">
              <a:solidFill>
                <a:schemeClr val="bg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2" name="Google Shape;891;p26">
            <a:extLst>
              <a:ext uri="{FF2B5EF4-FFF2-40B4-BE49-F238E27FC236}">
                <a16:creationId xmlns:a16="http://schemas.microsoft.com/office/drawing/2014/main" id="{78A74ABB-A90B-6018-1065-A66732CB985C}"/>
              </a:ext>
            </a:extLst>
          </p:cNvPr>
          <p:cNvSpPr txBox="1"/>
          <p:nvPr/>
        </p:nvSpPr>
        <p:spPr>
          <a:xfrm>
            <a:off x="3105189" y="2179009"/>
            <a:ext cx="1563415" cy="54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 dirty="0">
                <a:solidFill>
                  <a:schemeClr val="bg1"/>
                </a:solidFill>
                <a:latin typeface="Montserrat"/>
                <a:ea typeface="Montserrat"/>
                <a:cs typeface="Montserrat"/>
                <a:sym typeface="Montserrat"/>
              </a:rPr>
              <a:t>Ciorba Andrei-Mihai</a:t>
            </a:r>
            <a:endParaRPr sz="1200" dirty="0">
              <a:solidFill>
                <a:schemeClr val="bg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3" name="Google Shape;891;p26">
            <a:extLst>
              <a:ext uri="{FF2B5EF4-FFF2-40B4-BE49-F238E27FC236}">
                <a16:creationId xmlns:a16="http://schemas.microsoft.com/office/drawing/2014/main" id="{4659D0C6-7A39-70DE-110F-416FA31F07B1}"/>
              </a:ext>
            </a:extLst>
          </p:cNvPr>
          <p:cNvSpPr txBox="1"/>
          <p:nvPr/>
        </p:nvSpPr>
        <p:spPr>
          <a:xfrm>
            <a:off x="1242385" y="3599047"/>
            <a:ext cx="1563415" cy="54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 dirty="0">
                <a:solidFill>
                  <a:schemeClr val="bg1">
                    <a:lumMod val="25000"/>
                    <a:lumOff val="75000"/>
                  </a:schemeClr>
                </a:solidFill>
                <a:latin typeface="Montserrat"/>
                <a:ea typeface="Montserrat"/>
                <a:cs typeface="Montserrat"/>
                <a:sym typeface="Montserrat"/>
              </a:rPr>
              <a:t>Com</a:t>
            </a:r>
            <a:r>
              <a:rPr lang="en-US" sz="1200" dirty="0" err="1">
                <a:solidFill>
                  <a:schemeClr val="bg1">
                    <a:lumMod val="25000"/>
                    <a:lumOff val="75000"/>
                  </a:schemeClr>
                </a:solidFill>
                <a:latin typeface="Montserrat"/>
                <a:ea typeface="Montserrat"/>
                <a:cs typeface="Montserrat"/>
                <a:sym typeface="Montserrat"/>
              </a:rPr>
              <a:t>șa</a:t>
            </a:r>
            <a:r>
              <a:rPr lang="en-US" sz="1200" dirty="0">
                <a:solidFill>
                  <a:schemeClr val="bg1">
                    <a:lumMod val="25000"/>
                    <a:lumOff val="75000"/>
                  </a:schemeClr>
                </a:solidFill>
                <a:latin typeface="Montserrat"/>
                <a:ea typeface="Montserrat"/>
                <a:cs typeface="Montserrat"/>
                <a:sym typeface="Montserrat"/>
              </a:rPr>
              <a:t> Rebeca</a:t>
            </a:r>
            <a:endParaRPr sz="1200" dirty="0">
              <a:solidFill>
                <a:schemeClr val="bg1">
                  <a:lumMod val="25000"/>
                  <a:lumOff val="75000"/>
                </a:schemeClr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4" name="Google Shape;891;p26">
            <a:extLst>
              <a:ext uri="{FF2B5EF4-FFF2-40B4-BE49-F238E27FC236}">
                <a16:creationId xmlns:a16="http://schemas.microsoft.com/office/drawing/2014/main" id="{2B63BABD-61AA-90C1-C0DD-44BD4F2062E4}"/>
              </a:ext>
            </a:extLst>
          </p:cNvPr>
          <p:cNvSpPr txBox="1"/>
          <p:nvPr/>
        </p:nvSpPr>
        <p:spPr>
          <a:xfrm>
            <a:off x="3197373" y="3623798"/>
            <a:ext cx="1563415" cy="54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dirty="0">
                <a:solidFill>
                  <a:schemeClr val="bg1">
                    <a:lumMod val="25000"/>
                    <a:lumOff val="75000"/>
                  </a:schemeClr>
                </a:solidFill>
                <a:latin typeface="Montserrat"/>
                <a:ea typeface="Montserrat"/>
                <a:cs typeface="Montserrat"/>
                <a:sym typeface="Montserrat"/>
              </a:rPr>
              <a:t>Florescu-Botos Victoria</a:t>
            </a:r>
            <a:endParaRPr sz="1200" dirty="0">
              <a:solidFill>
                <a:schemeClr val="bg1">
                  <a:lumMod val="25000"/>
                  <a:lumOff val="75000"/>
                </a:schemeClr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7" name="Google Shape;892;p26">
            <a:extLst>
              <a:ext uri="{FF2B5EF4-FFF2-40B4-BE49-F238E27FC236}">
                <a16:creationId xmlns:a16="http://schemas.microsoft.com/office/drawing/2014/main" id="{F6A0833C-A3FC-CA1B-2F66-8A439E240C0B}"/>
              </a:ext>
            </a:extLst>
          </p:cNvPr>
          <p:cNvSpPr txBox="1"/>
          <p:nvPr/>
        </p:nvSpPr>
        <p:spPr>
          <a:xfrm>
            <a:off x="5737708" y="2891100"/>
            <a:ext cx="3168013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lvl="0" algn="l" rtl="0">
              <a:spcBef>
                <a:spcPts val="0"/>
              </a:spcBef>
              <a:spcAft>
                <a:spcPts val="0"/>
              </a:spcAft>
            </a:pPr>
            <a:r>
              <a:rPr lang="en" dirty="0">
                <a:solidFill>
                  <a:schemeClr val="dk1"/>
                </a:solidFill>
                <a:latin typeface="Montserrat Black"/>
                <a:ea typeface="Montserrat Black"/>
                <a:cs typeface="Montserrat Black"/>
                <a:sym typeface="Montserrat Black"/>
              </a:rPr>
              <a:t>-responsabil cod</a:t>
            </a:r>
          </a:p>
          <a:p>
            <a:pPr lvl="0" algn="l" rtl="0">
              <a:spcBef>
                <a:spcPts val="0"/>
              </a:spcBef>
              <a:spcAft>
                <a:spcPts val="0"/>
              </a:spcAft>
            </a:pPr>
            <a:r>
              <a:rPr lang="en" dirty="0">
                <a:solidFill>
                  <a:schemeClr val="dk1"/>
                </a:solidFill>
                <a:latin typeface="Montserrat Black"/>
                <a:ea typeface="Montserrat Black"/>
                <a:cs typeface="Montserrat Black"/>
                <a:sym typeface="Montserrat Black"/>
              </a:rPr>
              <a:t>-programare backend</a:t>
            </a:r>
          </a:p>
          <a:p>
            <a:pPr lvl="0" algn="l" rtl="0">
              <a:spcBef>
                <a:spcPts val="0"/>
              </a:spcBef>
              <a:spcAft>
                <a:spcPts val="0"/>
              </a:spcAft>
            </a:pPr>
            <a:r>
              <a:rPr lang="en" dirty="0">
                <a:solidFill>
                  <a:schemeClr val="dk1"/>
                </a:solidFill>
                <a:latin typeface="Montserrat Black"/>
                <a:ea typeface="Montserrat Black"/>
                <a:cs typeface="Montserrat Black"/>
                <a:sym typeface="Montserrat Black"/>
              </a:rPr>
              <a:t>-editare interfata</a:t>
            </a:r>
            <a:endParaRPr dirty="0">
              <a:solidFill>
                <a:schemeClr val="dk1"/>
              </a:solidFill>
              <a:latin typeface="Montserrat Black"/>
              <a:ea typeface="Montserrat Black"/>
              <a:cs typeface="Montserrat Black"/>
              <a:sym typeface="Montserrat Black"/>
            </a:endParaRPr>
          </a:p>
        </p:txBody>
      </p:sp>
      <p:sp>
        <p:nvSpPr>
          <p:cNvPr id="18" name="Google Shape;895;p26">
            <a:extLst>
              <a:ext uri="{FF2B5EF4-FFF2-40B4-BE49-F238E27FC236}">
                <a16:creationId xmlns:a16="http://schemas.microsoft.com/office/drawing/2014/main" id="{2CE3425D-089C-C298-3560-0E45EB92D9CC}"/>
              </a:ext>
            </a:extLst>
          </p:cNvPr>
          <p:cNvSpPr txBox="1"/>
          <p:nvPr/>
        </p:nvSpPr>
        <p:spPr>
          <a:xfrm>
            <a:off x="5805967" y="4446360"/>
            <a:ext cx="3529968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>
                <a:solidFill>
                  <a:schemeClr val="dk1"/>
                </a:solidFill>
                <a:latin typeface="Montserrat Black"/>
                <a:ea typeface="Montserrat Black"/>
                <a:cs typeface="Montserrat Black"/>
                <a:sym typeface="Montserrat Black"/>
              </a:rPr>
              <a:t>-prezentator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>
                <a:solidFill>
                  <a:schemeClr val="dk1"/>
                </a:solidFill>
                <a:latin typeface="Montserrat Black"/>
                <a:ea typeface="Montserrat Black"/>
                <a:cs typeface="Montserrat Black"/>
                <a:sym typeface="Montserrat Black"/>
              </a:rPr>
              <a:t>-editare speech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>
                <a:solidFill>
                  <a:schemeClr val="dk1"/>
                </a:solidFill>
                <a:latin typeface="Montserrat Black"/>
                <a:ea typeface="Montserrat Black"/>
                <a:cs typeface="Montserrat Black"/>
                <a:sym typeface="Montserrat Black"/>
              </a:rPr>
              <a:t>-research</a:t>
            </a:r>
            <a:endParaRPr dirty="0">
              <a:solidFill>
                <a:schemeClr val="dk1"/>
              </a:solidFill>
              <a:latin typeface="Montserrat Black"/>
              <a:ea typeface="Montserrat Black"/>
              <a:cs typeface="Montserrat Black"/>
              <a:sym typeface="Montserrat Black"/>
            </a:endParaRPr>
          </a:p>
        </p:txBody>
      </p:sp>
      <p:sp>
        <p:nvSpPr>
          <p:cNvPr id="19" name="Acoladă stânga 18">
            <a:extLst>
              <a:ext uri="{FF2B5EF4-FFF2-40B4-BE49-F238E27FC236}">
                <a16:creationId xmlns:a16="http://schemas.microsoft.com/office/drawing/2014/main" id="{16B2FB8F-31F6-8AC9-7B88-83A0F45860E2}"/>
              </a:ext>
            </a:extLst>
          </p:cNvPr>
          <p:cNvSpPr/>
          <p:nvPr/>
        </p:nvSpPr>
        <p:spPr>
          <a:xfrm>
            <a:off x="5510085" y="1740265"/>
            <a:ext cx="295882" cy="707400"/>
          </a:xfrm>
          <a:prstGeom prst="leftBrace">
            <a:avLst/>
          </a:prstGeom>
          <a:ln>
            <a:solidFill>
              <a:schemeClr val="bg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ro-RO"/>
          </a:p>
        </p:txBody>
      </p:sp>
      <p:sp>
        <p:nvSpPr>
          <p:cNvPr id="21" name="Acoladă stânga 20">
            <a:extLst>
              <a:ext uri="{FF2B5EF4-FFF2-40B4-BE49-F238E27FC236}">
                <a16:creationId xmlns:a16="http://schemas.microsoft.com/office/drawing/2014/main" id="{ACBF537F-440B-2BDA-CE47-1010CBAD4EE0}"/>
              </a:ext>
            </a:extLst>
          </p:cNvPr>
          <p:cNvSpPr/>
          <p:nvPr/>
        </p:nvSpPr>
        <p:spPr>
          <a:xfrm>
            <a:off x="5481224" y="2631103"/>
            <a:ext cx="295882" cy="661452"/>
          </a:xfrm>
          <a:prstGeom prst="leftBrace">
            <a:avLst/>
          </a:prstGeom>
          <a:ln>
            <a:solidFill>
              <a:schemeClr val="bg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ro-RO"/>
          </a:p>
        </p:txBody>
      </p:sp>
      <p:sp>
        <p:nvSpPr>
          <p:cNvPr id="22" name="Acoladă stânga 21">
            <a:extLst>
              <a:ext uri="{FF2B5EF4-FFF2-40B4-BE49-F238E27FC236}">
                <a16:creationId xmlns:a16="http://schemas.microsoft.com/office/drawing/2014/main" id="{7999A5EC-90C0-BF75-84FD-1787ACF03B9D}"/>
              </a:ext>
            </a:extLst>
          </p:cNvPr>
          <p:cNvSpPr/>
          <p:nvPr/>
        </p:nvSpPr>
        <p:spPr>
          <a:xfrm>
            <a:off x="5510085" y="3322630"/>
            <a:ext cx="295882" cy="713627"/>
          </a:xfrm>
          <a:prstGeom prst="leftBrace">
            <a:avLst/>
          </a:prstGeom>
          <a:ln>
            <a:solidFill>
              <a:schemeClr val="bg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ro-RO"/>
          </a:p>
        </p:txBody>
      </p:sp>
      <p:sp>
        <p:nvSpPr>
          <p:cNvPr id="24" name="Acoladă stânga 23">
            <a:extLst>
              <a:ext uri="{FF2B5EF4-FFF2-40B4-BE49-F238E27FC236}">
                <a16:creationId xmlns:a16="http://schemas.microsoft.com/office/drawing/2014/main" id="{B36ABDBF-A0C5-109A-830C-3C7970C434F9}"/>
              </a:ext>
            </a:extLst>
          </p:cNvPr>
          <p:cNvSpPr/>
          <p:nvPr/>
        </p:nvSpPr>
        <p:spPr>
          <a:xfrm>
            <a:off x="5545128" y="4147747"/>
            <a:ext cx="295882" cy="713627"/>
          </a:xfrm>
          <a:prstGeom prst="leftBrace">
            <a:avLst/>
          </a:prstGeom>
          <a:ln>
            <a:solidFill>
              <a:schemeClr val="bg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ro-RO"/>
          </a:p>
        </p:txBody>
      </p:sp>
      <p:sp>
        <p:nvSpPr>
          <p:cNvPr id="25" name="Google Shape;888;p26">
            <a:extLst>
              <a:ext uri="{FF2B5EF4-FFF2-40B4-BE49-F238E27FC236}">
                <a16:creationId xmlns:a16="http://schemas.microsoft.com/office/drawing/2014/main" id="{35E0BBC9-73F6-B6B9-1174-008AFB64B4AB}"/>
              </a:ext>
            </a:extLst>
          </p:cNvPr>
          <p:cNvSpPr txBox="1"/>
          <p:nvPr/>
        </p:nvSpPr>
        <p:spPr>
          <a:xfrm>
            <a:off x="2018879" y="1445051"/>
            <a:ext cx="19752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 dirty="0">
                <a:solidFill>
                  <a:schemeClr val="dk1"/>
                </a:solidFill>
                <a:latin typeface="Montserrat Black" panose="00000A00000000000000" pitchFamily="2" charset="0"/>
                <a:ea typeface="Montserrat"/>
                <a:cs typeface="Montserrat"/>
                <a:sym typeface="Montserrat"/>
              </a:rPr>
              <a:t>Membrii:</a:t>
            </a:r>
            <a:endParaRPr sz="1800" dirty="0">
              <a:solidFill>
                <a:schemeClr val="dk1"/>
              </a:solidFill>
              <a:latin typeface="Montserrat Black" panose="00000A00000000000000" pitchFamily="2" charset="0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u 1">
            <a:extLst>
              <a:ext uri="{FF2B5EF4-FFF2-40B4-BE49-F238E27FC236}">
                <a16:creationId xmlns:a16="http://schemas.microsoft.com/office/drawing/2014/main" id="{D4BEB57D-C4EB-EAA4-76B8-5C8893D13CC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25876" y="1589170"/>
            <a:ext cx="5195771" cy="1965160"/>
          </a:xfrm>
        </p:spPr>
        <p:txBody>
          <a:bodyPr/>
          <a:lstStyle/>
          <a:p>
            <a:r>
              <a:rPr lang="en-US" sz="3600" dirty="0" err="1">
                <a:ln>
                  <a:solidFill>
                    <a:schemeClr val="bg1">
                      <a:lumMod val="25000"/>
                      <a:lumOff val="75000"/>
                      <a:alpha val="20000"/>
                    </a:schemeClr>
                  </a:solidFill>
                </a:ln>
                <a:solidFill>
                  <a:srgbClr val="B868EA"/>
                </a:solidFill>
                <a:effectLst>
                  <a:glow rad="838200">
                    <a:schemeClr val="bg1">
                      <a:lumMod val="50000"/>
                      <a:lumOff val="50000"/>
                      <a:alpha val="40000"/>
                    </a:schemeClr>
                  </a:glow>
                </a:effectLst>
              </a:rPr>
              <a:t>Multumim</a:t>
            </a:r>
            <a:r>
              <a:rPr lang="en-US" sz="3600" dirty="0">
                <a:ln>
                  <a:solidFill>
                    <a:schemeClr val="bg1">
                      <a:lumMod val="25000"/>
                      <a:lumOff val="75000"/>
                      <a:alpha val="20000"/>
                    </a:schemeClr>
                  </a:solidFill>
                </a:ln>
                <a:solidFill>
                  <a:srgbClr val="B868EA"/>
                </a:solidFill>
                <a:effectLst>
                  <a:glow rad="838200">
                    <a:schemeClr val="bg1">
                      <a:lumMod val="50000"/>
                      <a:lumOff val="50000"/>
                      <a:alpha val="40000"/>
                    </a:schemeClr>
                  </a:glow>
                </a:effectLst>
              </a:rPr>
              <a:t> </a:t>
            </a:r>
            <a:r>
              <a:rPr lang="en-US" sz="3600" dirty="0" err="1">
                <a:ln>
                  <a:solidFill>
                    <a:schemeClr val="bg1">
                      <a:lumMod val="25000"/>
                      <a:lumOff val="75000"/>
                      <a:alpha val="20000"/>
                    </a:schemeClr>
                  </a:solidFill>
                </a:ln>
                <a:solidFill>
                  <a:srgbClr val="B868EA"/>
                </a:solidFill>
                <a:effectLst>
                  <a:glow rad="838200">
                    <a:schemeClr val="bg1">
                      <a:lumMod val="50000"/>
                      <a:lumOff val="50000"/>
                      <a:alpha val="40000"/>
                    </a:schemeClr>
                  </a:glow>
                </a:effectLst>
              </a:rPr>
              <a:t>pentru</a:t>
            </a:r>
            <a:r>
              <a:rPr lang="en-US" sz="3600" dirty="0">
                <a:ln>
                  <a:solidFill>
                    <a:schemeClr val="bg1">
                      <a:lumMod val="25000"/>
                      <a:lumOff val="75000"/>
                      <a:alpha val="20000"/>
                    </a:schemeClr>
                  </a:solidFill>
                </a:ln>
                <a:solidFill>
                  <a:srgbClr val="B868EA"/>
                </a:solidFill>
                <a:effectLst>
                  <a:glow rad="838200">
                    <a:schemeClr val="bg1">
                      <a:lumMod val="50000"/>
                      <a:lumOff val="50000"/>
                      <a:alpha val="40000"/>
                    </a:schemeClr>
                  </a:glow>
                </a:effectLst>
              </a:rPr>
              <a:t> </a:t>
            </a:r>
            <a:r>
              <a:rPr lang="en-US" sz="3600" dirty="0" err="1">
                <a:ln>
                  <a:solidFill>
                    <a:schemeClr val="bg1">
                      <a:lumMod val="25000"/>
                      <a:lumOff val="75000"/>
                      <a:alpha val="20000"/>
                    </a:schemeClr>
                  </a:solidFill>
                </a:ln>
                <a:solidFill>
                  <a:srgbClr val="B868EA"/>
                </a:solidFill>
                <a:effectLst>
                  <a:glow rad="838200">
                    <a:schemeClr val="bg1">
                      <a:lumMod val="50000"/>
                      <a:lumOff val="50000"/>
                      <a:alpha val="40000"/>
                    </a:schemeClr>
                  </a:glow>
                </a:effectLst>
              </a:rPr>
              <a:t>atentie</a:t>
            </a:r>
            <a:r>
              <a:rPr lang="en-US" sz="3600" dirty="0">
                <a:ln>
                  <a:solidFill>
                    <a:schemeClr val="bg1">
                      <a:lumMod val="25000"/>
                      <a:lumOff val="75000"/>
                      <a:alpha val="20000"/>
                    </a:schemeClr>
                  </a:solidFill>
                </a:ln>
                <a:solidFill>
                  <a:srgbClr val="B868EA"/>
                </a:solidFill>
                <a:effectLst>
                  <a:glow rad="838200">
                    <a:schemeClr val="bg1">
                      <a:lumMod val="50000"/>
                      <a:lumOff val="50000"/>
                      <a:alpha val="40000"/>
                    </a:schemeClr>
                  </a:glow>
                </a:effectLst>
              </a:rPr>
              <a:t>!</a:t>
            </a:r>
            <a:endParaRPr lang="ro-RO" sz="3600" dirty="0">
              <a:ln>
                <a:solidFill>
                  <a:schemeClr val="bg1">
                    <a:lumMod val="25000"/>
                    <a:lumOff val="75000"/>
                    <a:alpha val="20000"/>
                  </a:schemeClr>
                </a:solidFill>
              </a:ln>
              <a:solidFill>
                <a:srgbClr val="B868EA"/>
              </a:solidFill>
              <a:effectLst>
                <a:glow rad="838200">
                  <a:schemeClr val="bg1">
                    <a:lumMod val="50000"/>
                    <a:lumOff val="50000"/>
                    <a:alpha val="40000"/>
                  </a:schemeClr>
                </a:glow>
              </a:effectLst>
            </a:endParaRPr>
          </a:p>
        </p:txBody>
      </p:sp>
      <p:pic>
        <p:nvPicPr>
          <p:cNvPr id="4" name="Imagine 3">
            <a:extLst>
              <a:ext uri="{FF2B5EF4-FFF2-40B4-BE49-F238E27FC236}">
                <a16:creationId xmlns:a16="http://schemas.microsoft.com/office/drawing/2014/main" id="{27C00499-9358-0E10-8E14-642E86094C63}"/>
              </a:ext>
            </a:extLst>
          </p:cNvPr>
          <p:cNvPicPr>
            <a:picLocks noChangeAspect="1"/>
          </p:cNvPicPr>
          <p:nvPr/>
        </p:nvPicPr>
        <p:blipFill>
          <a:blip r:embed="rId2">
            <a:duotone>
              <a:prstClr val="black"/>
              <a:schemeClr val="tx2">
                <a:tint val="45000"/>
                <a:satMod val="400000"/>
              </a:schemeClr>
            </a:duotone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colorTemperature colorTemp="11200"/>
                    </a14:imgEffect>
                  </a14:imgLayer>
                </a14:imgProps>
              </a:ext>
            </a:extLst>
          </a:blip>
          <a:srcRect l="24679" t="18543" r="25300" b="17092"/>
          <a:stretch>
            <a:fillRect/>
          </a:stretch>
        </p:blipFill>
        <p:spPr>
          <a:xfrm>
            <a:off x="723569" y="1330592"/>
            <a:ext cx="1630018" cy="2060143"/>
          </a:xfrm>
          <a:prstGeom prst="rect">
            <a:avLst/>
          </a:prstGeom>
        </p:spPr>
      </p:pic>
      <p:sp>
        <p:nvSpPr>
          <p:cNvPr id="6" name="CasetăText 5">
            <a:extLst>
              <a:ext uri="{FF2B5EF4-FFF2-40B4-BE49-F238E27FC236}">
                <a16:creationId xmlns:a16="http://schemas.microsoft.com/office/drawing/2014/main" id="{3B0576F2-751F-77E1-E830-D3AB55D867A8}"/>
              </a:ext>
            </a:extLst>
          </p:cNvPr>
          <p:cNvSpPr txBox="1"/>
          <p:nvPr/>
        </p:nvSpPr>
        <p:spPr>
          <a:xfrm>
            <a:off x="3025876" y="4071262"/>
            <a:ext cx="4572000" cy="5869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1200"/>
              </a:spcAft>
              <a:buNone/>
            </a:pPr>
            <a:r>
              <a:rPr lang="ro-RO" sz="1800" b="1" i="0" dirty="0">
                <a:solidFill>
                  <a:schemeClr val="bg1">
                    <a:lumMod val="50000"/>
                    <a:lumOff val="50000"/>
                  </a:schemeClr>
                </a:solidFill>
                <a:effectLst/>
                <a:latin typeface="Montserrat Black" panose="00000A00000000000000" pitchFamily="2" charset="0"/>
              </a:rPr>
              <a:t>Contact</a:t>
            </a:r>
            <a:r>
              <a:rPr lang="en-US" sz="1800" b="1" i="0" dirty="0">
                <a:solidFill>
                  <a:schemeClr val="bg1">
                    <a:lumMod val="50000"/>
                    <a:lumOff val="50000"/>
                  </a:schemeClr>
                </a:solidFill>
                <a:effectLst/>
                <a:latin typeface="Montserrat Black" panose="00000A00000000000000" pitchFamily="2" charset="0"/>
              </a:rPr>
              <a:t>:</a:t>
            </a:r>
            <a:endParaRPr lang="en-US" sz="1800" b="1" dirty="0">
              <a:solidFill>
                <a:schemeClr val="bg1">
                  <a:lumMod val="50000"/>
                  <a:lumOff val="50000"/>
                </a:schemeClr>
              </a:solidFill>
              <a:latin typeface="Montserrat Black" panose="00000A00000000000000" pitchFamily="2" charset="0"/>
            </a:endParaRPr>
          </a:p>
          <a:p>
            <a:pPr algn="ctr">
              <a:lnSpc>
                <a:spcPts val="80"/>
              </a:lnSpc>
              <a:spcAft>
                <a:spcPts val="1200"/>
              </a:spcAft>
              <a:buNone/>
            </a:pPr>
            <a:r>
              <a:rPr lang="ro-RO" sz="1600" b="0" i="0" dirty="0">
                <a:solidFill>
                  <a:schemeClr val="bg1">
                    <a:lumMod val="25000"/>
                    <a:lumOff val="75000"/>
                  </a:schemeClr>
                </a:solidFill>
                <a:effectLst/>
                <a:latin typeface="-apple-system"/>
              </a:rPr>
              <a:t>support@safey.com</a:t>
            </a:r>
          </a:p>
        </p:txBody>
      </p:sp>
    </p:spTree>
    <p:extLst>
      <p:ext uri="{BB962C8B-B14F-4D97-AF65-F5344CB8AC3E}">
        <p14:creationId xmlns:p14="http://schemas.microsoft.com/office/powerpoint/2010/main" val="1907218366"/>
      </p:ext>
    </p:extLst>
  </p:cSld>
  <p:clrMapOvr>
    <a:masterClrMapping/>
  </p:clrMapOvr>
</p:sld>
</file>

<file path=ppt/theme/theme1.xml><?xml version="1.0" encoding="utf-8"?>
<a:theme xmlns:a="http://schemas.openxmlformats.org/drawingml/2006/main" name="Artificial Intelligence (AI) Technology Project Proposal Infographics by Slidesgo">
  <a:themeElements>
    <a:clrScheme name="Simple Light">
      <a:dk1>
        <a:srgbClr val="FFFFFF"/>
      </a:dk1>
      <a:lt1>
        <a:srgbClr val="27173A"/>
      </a:lt1>
      <a:dk2>
        <a:srgbClr val="AE77D6"/>
      </a:dk2>
      <a:lt2>
        <a:srgbClr val="5A1387"/>
      </a:lt2>
      <a:accent1>
        <a:srgbClr val="76F3FB"/>
      </a:accent1>
      <a:accent2>
        <a:srgbClr val="729BCB"/>
      </a:accent2>
      <a:accent3>
        <a:srgbClr val="FFFFFF"/>
      </a:accent3>
      <a:accent4>
        <a:srgbClr val="FFFFFF"/>
      </a:accent4>
      <a:accent5>
        <a:srgbClr val="FFFFFF"/>
      </a:accent5>
      <a:accent6>
        <a:srgbClr val="FFFFFF"/>
      </a:accent6>
      <a:hlink>
        <a:srgbClr val="FFFFFF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220</TotalTime>
  <Words>276</Words>
  <Application>Microsoft Office PowerPoint</Application>
  <PresentationFormat>Expunere pe ecran (16:9)</PresentationFormat>
  <Paragraphs>109</Paragraphs>
  <Slides>11</Slides>
  <Notes>10</Notes>
  <HiddenSlides>0</HiddenSlides>
  <MMClips>0</MMClips>
  <ScaleCrop>false</ScaleCrop>
  <HeadingPairs>
    <vt:vector size="6" baseType="variant">
      <vt:variant>
        <vt:lpstr>Fonturi utilizate</vt:lpstr>
      </vt:variant>
      <vt:variant>
        <vt:i4>7</vt:i4>
      </vt:variant>
      <vt:variant>
        <vt:lpstr>Temă</vt:lpstr>
      </vt:variant>
      <vt:variant>
        <vt:i4>1</vt:i4>
      </vt:variant>
      <vt:variant>
        <vt:lpstr>Titluri diapozitive</vt:lpstr>
      </vt:variant>
      <vt:variant>
        <vt:i4>11</vt:i4>
      </vt:variant>
    </vt:vector>
  </HeadingPairs>
  <TitlesOfParts>
    <vt:vector size="19" baseType="lpstr">
      <vt:lpstr>Arial</vt:lpstr>
      <vt:lpstr>Montserrat Black</vt:lpstr>
      <vt:lpstr>Bebas Neue</vt:lpstr>
      <vt:lpstr>Montserrat</vt:lpstr>
      <vt:lpstr>Montserrat Medium</vt:lpstr>
      <vt:lpstr>Nunito Light</vt:lpstr>
      <vt:lpstr>-apple-system</vt:lpstr>
      <vt:lpstr>Artificial Intelligence (AI) Technology Project Proposal Infographics by Slidesgo</vt:lpstr>
      <vt:lpstr>Safey  SOLUȚIE DE SECURITATE CIBERNETICĂ EMAIL B2B</vt:lpstr>
      <vt:lpstr>Probleme</vt:lpstr>
      <vt:lpstr>Solutii</vt:lpstr>
      <vt:lpstr>Produs</vt:lpstr>
      <vt:lpstr>Market</vt:lpstr>
      <vt:lpstr>Business Model </vt:lpstr>
      <vt:lpstr>Competiție</vt:lpstr>
      <vt:lpstr>Validare</vt:lpstr>
      <vt:lpstr>Goto market</vt:lpstr>
      <vt:lpstr>Echipa: M_Power</vt:lpstr>
      <vt:lpstr>Multumim pentru atentie!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Rebi Comsa ^_^</dc:creator>
  <cp:lastModifiedBy>Rebeca Comsa</cp:lastModifiedBy>
  <cp:revision>2</cp:revision>
  <dcterms:modified xsi:type="dcterms:W3CDTF">2025-12-07T12:58:20Z</dcterms:modified>
</cp:coreProperties>
</file>